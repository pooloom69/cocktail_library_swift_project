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9C6F6-FE86-62AA-7871-DC51F7FBEA17}" v="752" dt="2025-09-08T17:47:17.580"/>
    <p1510:client id="{5907E4B5-973E-2BAC-E4F1-08A70B9A795A}" v="158" dt="2025-09-08T17:41:29.700"/>
    <p1510:client id="{AD8823CC-B96A-E785-0B54-0AFA352E8506}" v="94" dt="2025-09-08T17:47:17.071"/>
    <p1510:client id="{AECCECF7-570C-A017-07F6-F7C3EEB21FB8}" v="564" dt="2025-09-08T17:13:46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0A7FB-7B4F-48E5-8E97-9651D4A43D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A6BA9E-5614-43BE-A5CE-7416ACEA6BAE}">
      <dgm:prSet/>
      <dgm:spPr/>
      <dgm:t>
        <a:bodyPr/>
        <a:lstStyle/>
        <a:p>
          <a:r>
            <a:rPr lang="en-US"/>
            <a:t>Build a mobile IOS app where the user chooses preferences (Base spirit, Style, Flavors, etc...)</a:t>
          </a:r>
        </a:p>
      </dgm:t>
    </dgm:pt>
    <dgm:pt modelId="{E8DFE72B-78EB-4946-986C-6FD303622441}" type="parTrans" cxnId="{3A99A51A-A592-4678-A34B-93AD56CB3051}">
      <dgm:prSet/>
      <dgm:spPr/>
      <dgm:t>
        <a:bodyPr/>
        <a:lstStyle/>
        <a:p>
          <a:endParaRPr lang="en-US"/>
        </a:p>
      </dgm:t>
    </dgm:pt>
    <dgm:pt modelId="{BE3CA92D-A6A4-4C52-8AAD-D8DA65F7C9FE}" type="sibTrans" cxnId="{3A99A51A-A592-4678-A34B-93AD56CB3051}">
      <dgm:prSet/>
      <dgm:spPr/>
      <dgm:t>
        <a:bodyPr/>
        <a:lstStyle/>
        <a:p>
          <a:endParaRPr lang="en-US"/>
        </a:p>
      </dgm:t>
    </dgm:pt>
    <dgm:pt modelId="{5D1C2811-AEE2-487D-B736-3F9C8ABBAAF0}">
      <dgm:prSet/>
      <dgm:spPr/>
      <dgm:t>
        <a:bodyPr/>
        <a:lstStyle/>
        <a:p>
          <a:r>
            <a:rPr lang="en-US"/>
            <a:t>Suggest 3 – 5 recommended cocktails </a:t>
          </a:r>
        </a:p>
      </dgm:t>
    </dgm:pt>
    <dgm:pt modelId="{1ED8E39D-E64A-433F-918A-ED926FF4AF35}" type="parTrans" cxnId="{EC346C94-7A5E-4177-BD54-7F1575453D3D}">
      <dgm:prSet/>
      <dgm:spPr/>
      <dgm:t>
        <a:bodyPr/>
        <a:lstStyle/>
        <a:p>
          <a:endParaRPr lang="en-US"/>
        </a:p>
      </dgm:t>
    </dgm:pt>
    <dgm:pt modelId="{12A003C5-2D3D-4060-84A0-D488B4960B18}" type="sibTrans" cxnId="{EC346C94-7A5E-4177-BD54-7F1575453D3D}">
      <dgm:prSet/>
      <dgm:spPr/>
      <dgm:t>
        <a:bodyPr/>
        <a:lstStyle/>
        <a:p>
          <a:endParaRPr lang="en-US"/>
        </a:p>
      </dgm:t>
    </dgm:pt>
    <dgm:pt modelId="{0FF4B11E-EFBA-4D18-B70F-4619EAC23C7B}">
      <dgm:prSet/>
      <dgm:spPr/>
      <dgm:t>
        <a:bodyPr/>
        <a:lstStyle/>
        <a:p>
          <a:r>
            <a:rPr lang="en-US"/>
            <a:t>Provide full recipe details( abv level, carbonation, temperature, ingredients, instructions...)</a:t>
          </a:r>
        </a:p>
      </dgm:t>
    </dgm:pt>
    <dgm:pt modelId="{13F5002B-7886-4368-A823-F07CBD154BFB}" type="parTrans" cxnId="{1442DB24-65DF-40F8-B450-F9FCC662CC7A}">
      <dgm:prSet/>
      <dgm:spPr/>
      <dgm:t>
        <a:bodyPr/>
        <a:lstStyle/>
        <a:p>
          <a:endParaRPr lang="en-US"/>
        </a:p>
      </dgm:t>
    </dgm:pt>
    <dgm:pt modelId="{1F066692-9B81-4F33-979D-0B3DFD7DF6F5}" type="sibTrans" cxnId="{1442DB24-65DF-40F8-B450-F9FCC662CC7A}">
      <dgm:prSet/>
      <dgm:spPr/>
      <dgm:t>
        <a:bodyPr/>
        <a:lstStyle/>
        <a:p>
          <a:endParaRPr lang="en-US"/>
        </a:p>
      </dgm:t>
    </dgm:pt>
    <dgm:pt modelId="{3A92EF01-929B-4137-AC2C-8F68ED5CCF7F}">
      <dgm:prSet/>
      <dgm:spPr/>
      <dgm:t>
        <a:bodyPr/>
        <a:lstStyle/>
        <a:p>
          <a:r>
            <a:rPr lang="en-US"/>
            <a:t>Enable data-driven recommendation with recommender algorithm</a:t>
          </a:r>
        </a:p>
      </dgm:t>
    </dgm:pt>
    <dgm:pt modelId="{715039BC-1526-48E5-BDFB-BA5FD6F422FF}" type="parTrans" cxnId="{7BC0E483-8CA5-49F5-ABC6-F509DF2747CA}">
      <dgm:prSet/>
      <dgm:spPr/>
      <dgm:t>
        <a:bodyPr/>
        <a:lstStyle/>
        <a:p>
          <a:endParaRPr lang="en-US"/>
        </a:p>
      </dgm:t>
    </dgm:pt>
    <dgm:pt modelId="{884C8E9E-EAF8-405C-B532-11EFCE6B25D9}" type="sibTrans" cxnId="{7BC0E483-8CA5-49F5-ABC6-F509DF2747CA}">
      <dgm:prSet/>
      <dgm:spPr/>
      <dgm:t>
        <a:bodyPr/>
        <a:lstStyle/>
        <a:p>
          <a:endParaRPr lang="en-US"/>
        </a:p>
      </dgm:t>
    </dgm:pt>
    <dgm:pt modelId="{FC172E78-A3B8-4317-AF74-FEAFCBBCB440}">
      <dgm:prSet/>
      <dgm:spPr/>
      <dgm:t>
        <a:bodyPr/>
        <a:lstStyle/>
        <a:p>
          <a:r>
            <a:rPr lang="en-US"/>
            <a:t>Swift UI</a:t>
          </a:r>
        </a:p>
      </dgm:t>
    </dgm:pt>
    <dgm:pt modelId="{B9F0B406-E0AF-4F19-870C-13FB625EC773}" type="parTrans" cxnId="{D8294C84-707E-4BF1-9E39-B8AF2AB771B2}">
      <dgm:prSet/>
      <dgm:spPr/>
      <dgm:t>
        <a:bodyPr/>
        <a:lstStyle/>
        <a:p>
          <a:endParaRPr lang="en-US"/>
        </a:p>
      </dgm:t>
    </dgm:pt>
    <dgm:pt modelId="{ADC10859-83E2-4B3B-B93C-664471EACB45}" type="sibTrans" cxnId="{D8294C84-707E-4BF1-9E39-B8AF2AB771B2}">
      <dgm:prSet/>
      <dgm:spPr/>
      <dgm:t>
        <a:bodyPr/>
        <a:lstStyle/>
        <a:p>
          <a:endParaRPr lang="en-US"/>
        </a:p>
      </dgm:t>
    </dgm:pt>
    <dgm:pt modelId="{3DED97F1-3B27-4397-A9A1-62781EB61106}" type="pres">
      <dgm:prSet presAssocID="{CE00A7FB-7B4F-48E5-8E97-9651D4A43DC5}" presName="root" presStyleCnt="0">
        <dgm:presLayoutVars>
          <dgm:dir/>
          <dgm:resizeHandles val="exact"/>
        </dgm:presLayoutVars>
      </dgm:prSet>
      <dgm:spPr/>
    </dgm:pt>
    <dgm:pt modelId="{6F50A20E-6CCD-4C39-B74D-FD976EC54031}" type="pres">
      <dgm:prSet presAssocID="{65A6BA9E-5614-43BE-A5CE-7416ACEA6BAE}" presName="compNode" presStyleCnt="0"/>
      <dgm:spPr/>
    </dgm:pt>
    <dgm:pt modelId="{F1667D5F-4C8F-4B45-9563-4526D8BECC4C}" type="pres">
      <dgm:prSet presAssocID="{65A6BA9E-5614-43BE-A5CE-7416ACEA6BAE}" presName="bgRect" presStyleLbl="bgShp" presStyleIdx="0" presStyleCnt="5"/>
      <dgm:spPr/>
    </dgm:pt>
    <dgm:pt modelId="{7A144C0B-E105-4BF2-B3D3-AA8436360367}" type="pres">
      <dgm:prSet presAssocID="{65A6BA9E-5614-43BE-A5CE-7416ACEA6BA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ug"/>
        </a:ext>
      </dgm:extLst>
    </dgm:pt>
    <dgm:pt modelId="{1D57C99F-CC36-45D3-88C6-F6FF7F15AE81}" type="pres">
      <dgm:prSet presAssocID="{65A6BA9E-5614-43BE-A5CE-7416ACEA6BAE}" presName="spaceRect" presStyleCnt="0"/>
      <dgm:spPr/>
    </dgm:pt>
    <dgm:pt modelId="{38839071-57C7-4B54-A7E8-1967D649A28A}" type="pres">
      <dgm:prSet presAssocID="{65A6BA9E-5614-43BE-A5CE-7416ACEA6BAE}" presName="parTx" presStyleLbl="revTx" presStyleIdx="0" presStyleCnt="5">
        <dgm:presLayoutVars>
          <dgm:chMax val="0"/>
          <dgm:chPref val="0"/>
        </dgm:presLayoutVars>
      </dgm:prSet>
      <dgm:spPr/>
    </dgm:pt>
    <dgm:pt modelId="{33A51F1C-29A0-4972-B5D2-5C1641BCE05D}" type="pres">
      <dgm:prSet presAssocID="{BE3CA92D-A6A4-4C52-8AAD-D8DA65F7C9FE}" presName="sibTrans" presStyleCnt="0"/>
      <dgm:spPr/>
    </dgm:pt>
    <dgm:pt modelId="{E133163C-7EBE-4D28-A244-667AEE211716}" type="pres">
      <dgm:prSet presAssocID="{5D1C2811-AEE2-487D-B736-3F9C8ABBAAF0}" presName="compNode" presStyleCnt="0"/>
      <dgm:spPr/>
    </dgm:pt>
    <dgm:pt modelId="{7B2B8756-C857-416F-9871-3CE6060409D9}" type="pres">
      <dgm:prSet presAssocID="{5D1C2811-AEE2-487D-B736-3F9C8ABBAAF0}" presName="bgRect" presStyleLbl="bgShp" presStyleIdx="1" presStyleCnt="5"/>
      <dgm:spPr/>
    </dgm:pt>
    <dgm:pt modelId="{4D248707-CCAA-470B-91D5-C242DFCC4D01}" type="pres">
      <dgm:prSet presAssocID="{5D1C2811-AEE2-487D-B736-3F9C8ABBAAF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ni"/>
        </a:ext>
      </dgm:extLst>
    </dgm:pt>
    <dgm:pt modelId="{0AAB53DD-3048-4446-8DD1-B799E96AC704}" type="pres">
      <dgm:prSet presAssocID="{5D1C2811-AEE2-487D-B736-3F9C8ABBAAF0}" presName="spaceRect" presStyleCnt="0"/>
      <dgm:spPr/>
    </dgm:pt>
    <dgm:pt modelId="{0EDEAE29-DB2D-4560-BF59-EE82BB4F85EF}" type="pres">
      <dgm:prSet presAssocID="{5D1C2811-AEE2-487D-B736-3F9C8ABBAAF0}" presName="parTx" presStyleLbl="revTx" presStyleIdx="1" presStyleCnt="5">
        <dgm:presLayoutVars>
          <dgm:chMax val="0"/>
          <dgm:chPref val="0"/>
        </dgm:presLayoutVars>
      </dgm:prSet>
      <dgm:spPr/>
    </dgm:pt>
    <dgm:pt modelId="{1D06D7DB-283C-4605-ABFB-482A6528292E}" type="pres">
      <dgm:prSet presAssocID="{12A003C5-2D3D-4060-84A0-D488B4960B18}" presName="sibTrans" presStyleCnt="0"/>
      <dgm:spPr/>
    </dgm:pt>
    <dgm:pt modelId="{702B6449-D19C-4CF3-AEB6-21C3AE53CD6A}" type="pres">
      <dgm:prSet presAssocID="{0FF4B11E-EFBA-4D18-B70F-4619EAC23C7B}" presName="compNode" presStyleCnt="0"/>
      <dgm:spPr/>
    </dgm:pt>
    <dgm:pt modelId="{8624F704-64A9-4A14-8AB0-20766A690F41}" type="pres">
      <dgm:prSet presAssocID="{0FF4B11E-EFBA-4D18-B70F-4619EAC23C7B}" presName="bgRect" presStyleLbl="bgShp" presStyleIdx="2" presStyleCnt="5"/>
      <dgm:spPr/>
    </dgm:pt>
    <dgm:pt modelId="{36B0D9FC-73A5-4C11-9731-E42D18529B49}" type="pres">
      <dgm:prSet presAssocID="{0FF4B11E-EFBA-4D18-B70F-4619EAC23C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61BDC7B1-C0CC-4D72-B763-87E016A4047E}" type="pres">
      <dgm:prSet presAssocID="{0FF4B11E-EFBA-4D18-B70F-4619EAC23C7B}" presName="spaceRect" presStyleCnt="0"/>
      <dgm:spPr/>
    </dgm:pt>
    <dgm:pt modelId="{254B0C1A-8902-4906-B418-42BB706844C0}" type="pres">
      <dgm:prSet presAssocID="{0FF4B11E-EFBA-4D18-B70F-4619EAC23C7B}" presName="parTx" presStyleLbl="revTx" presStyleIdx="2" presStyleCnt="5">
        <dgm:presLayoutVars>
          <dgm:chMax val="0"/>
          <dgm:chPref val="0"/>
        </dgm:presLayoutVars>
      </dgm:prSet>
      <dgm:spPr/>
    </dgm:pt>
    <dgm:pt modelId="{C622B139-159E-44B9-8BB0-97AAD9DBD208}" type="pres">
      <dgm:prSet presAssocID="{1F066692-9B81-4F33-979D-0B3DFD7DF6F5}" presName="sibTrans" presStyleCnt="0"/>
      <dgm:spPr/>
    </dgm:pt>
    <dgm:pt modelId="{FDA1FADA-EBF2-4E7A-85DC-1896F2AEB157}" type="pres">
      <dgm:prSet presAssocID="{3A92EF01-929B-4137-AC2C-8F68ED5CCF7F}" presName="compNode" presStyleCnt="0"/>
      <dgm:spPr/>
    </dgm:pt>
    <dgm:pt modelId="{1721457A-66AA-44D4-B935-DB993F15F99F}" type="pres">
      <dgm:prSet presAssocID="{3A92EF01-929B-4137-AC2C-8F68ED5CCF7F}" presName="bgRect" presStyleLbl="bgShp" presStyleIdx="3" presStyleCnt="5"/>
      <dgm:spPr/>
    </dgm:pt>
    <dgm:pt modelId="{A525AFE9-CA62-44A2-8DCC-DF4F0502BB3E}" type="pres">
      <dgm:prSet presAssocID="{3A92EF01-929B-4137-AC2C-8F68ED5CCF7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4E8A0BC-7558-4BB4-89B0-31447B4384C6}" type="pres">
      <dgm:prSet presAssocID="{3A92EF01-929B-4137-AC2C-8F68ED5CCF7F}" presName="spaceRect" presStyleCnt="0"/>
      <dgm:spPr/>
    </dgm:pt>
    <dgm:pt modelId="{3CAD7455-0D7D-46D8-A46F-1507145C9CD3}" type="pres">
      <dgm:prSet presAssocID="{3A92EF01-929B-4137-AC2C-8F68ED5CCF7F}" presName="parTx" presStyleLbl="revTx" presStyleIdx="3" presStyleCnt="5">
        <dgm:presLayoutVars>
          <dgm:chMax val="0"/>
          <dgm:chPref val="0"/>
        </dgm:presLayoutVars>
      </dgm:prSet>
      <dgm:spPr/>
    </dgm:pt>
    <dgm:pt modelId="{6B0242EC-44AB-42E7-AAF9-A247E3D0DC3E}" type="pres">
      <dgm:prSet presAssocID="{884C8E9E-EAF8-405C-B532-11EFCE6B25D9}" presName="sibTrans" presStyleCnt="0"/>
      <dgm:spPr/>
    </dgm:pt>
    <dgm:pt modelId="{3DB8DA78-C84B-473D-BB96-F611B7D7A18B}" type="pres">
      <dgm:prSet presAssocID="{FC172E78-A3B8-4317-AF74-FEAFCBBCB440}" presName="compNode" presStyleCnt="0"/>
      <dgm:spPr/>
    </dgm:pt>
    <dgm:pt modelId="{2FA10579-9B8B-4E6F-B90F-9F313CF8B4F3}" type="pres">
      <dgm:prSet presAssocID="{FC172E78-A3B8-4317-AF74-FEAFCBBCB440}" presName="bgRect" presStyleLbl="bgShp" presStyleIdx="4" presStyleCnt="5"/>
      <dgm:spPr/>
    </dgm:pt>
    <dgm:pt modelId="{308DFF40-044D-401B-BD05-DDC0ECD31D8A}" type="pres">
      <dgm:prSet presAssocID="{FC172E78-A3B8-4317-AF74-FEAFCBBCB4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8C0E6EF-5E0C-4A5A-92E5-1A3C4A16C0C0}" type="pres">
      <dgm:prSet presAssocID="{FC172E78-A3B8-4317-AF74-FEAFCBBCB440}" presName="spaceRect" presStyleCnt="0"/>
      <dgm:spPr/>
    </dgm:pt>
    <dgm:pt modelId="{CBD0304B-3F9E-45EF-851A-B3A6969CDF61}" type="pres">
      <dgm:prSet presAssocID="{FC172E78-A3B8-4317-AF74-FEAFCBBCB44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FA99D03-BDD3-4166-87D5-1325875C8085}" type="presOf" srcId="{0FF4B11E-EFBA-4D18-B70F-4619EAC23C7B}" destId="{254B0C1A-8902-4906-B418-42BB706844C0}" srcOrd="0" destOrd="0" presId="urn:microsoft.com/office/officeart/2018/2/layout/IconVerticalSolidList"/>
    <dgm:cxn modelId="{3A99A51A-A592-4678-A34B-93AD56CB3051}" srcId="{CE00A7FB-7B4F-48E5-8E97-9651D4A43DC5}" destId="{65A6BA9E-5614-43BE-A5CE-7416ACEA6BAE}" srcOrd="0" destOrd="0" parTransId="{E8DFE72B-78EB-4946-986C-6FD303622441}" sibTransId="{BE3CA92D-A6A4-4C52-8AAD-D8DA65F7C9FE}"/>
    <dgm:cxn modelId="{1442DB24-65DF-40F8-B450-F9FCC662CC7A}" srcId="{CE00A7FB-7B4F-48E5-8E97-9651D4A43DC5}" destId="{0FF4B11E-EFBA-4D18-B70F-4619EAC23C7B}" srcOrd="2" destOrd="0" parTransId="{13F5002B-7886-4368-A823-F07CBD154BFB}" sibTransId="{1F066692-9B81-4F33-979D-0B3DFD7DF6F5}"/>
    <dgm:cxn modelId="{8F75D04A-E281-41E4-9797-799A5D6CF459}" type="presOf" srcId="{3A92EF01-929B-4137-AC2C-8F68ED5CCF7F}" destId="{3CAD7455-0D7D-46D8-A46F-1507145C9CD3}" srcOrd="0" destOrd="0" presId="urn:microsoft.com/office/officeart/2018/2/layout/IconVerticalSolidList"/>
    <dgm:cxn modelId="{9849F34A-CDCE-4EEA-B62A-192E62A3A74E}" type="presOf" srcId="{CE00A7FB-7B4F-48E5-8E97-9651D4A43DC5}" destId="{3DED97F1-3B27-4397-A9A1-62781EB61106}" srcOrd="0" destOrd="0" presId="urn:microsoft.com/office/officeart/2018/2/layout/IconVerticalSolidList"/>
    <dgm:cxn modelId="{62C84257-A7C6-47FA-947E-06AF305E0D23}" type="presOf" srcId="{FC172E78-A3B8-4317-AF74-FEAFCBBCB440}" destId="{CBD0304B-3F9E-45EF-851A-B3A6969CDF61}" srcOrd="0" destOrd="0" presId="urn:microsoft.com/office/officeart/2018/2/layout/IconVerticalSolidList"/>
    <dgm:cxn modelId="{7BC0E483-8CA5-49F5-ABC6-F509DF2747CA}" srcId="{CE00A7FB-7B4F-48E5-8E97-9651D4A43DC5}" destId="{3A92EF01-929B-4137-AC2C-8F68ED5CCF7F}" srcOrd="3" destOrd="0" parTransId="{715039BC-1526-48E5-BDFB-BA5FD6F422FF}" sibTransId="{884C8E9E-EAF8-405C-B532-11EFCE6B25D9}"/>
    <dgm:cxn modelId="{D8294C84-707E-4BF1-9E39-B8AF2AB771B2}" srcId="{CE00A7FB-7B4F-48E5-8E97-9651D4A43DC5}" destId="{FC172E78-A3B8-4317-AF74-FEAFCBBCB440}" srcOrd="4" destOrd="0" parTransId="{B9F0B406-E0AF-4F19-870C-13FB625EC773}" sibTransId="{ADC10859-83E2-4B3B-B93C-664471EACB45}"/>
    <dgm:cxn modelId="{EC346C94-7A5E-4177-BD54-7F1575453D3D}" srcId="{CE00A7FB-7B4F-48E5-8E97-9651D4A43DC5}" destId="{5D1C2811-AEE2-487D-B736-3F9C8ABBAAF0}" srcOrd="1" destOrd="0" parTransId="{1ED8E39D-E64A-433F-918A-ED926FF4AF35}" sibTransId="{12A003C5-2D3D-4060-84A0-D488B4960B18}"/>
    <dgm:cxn modelId="{74FC469E-214D-49F6-9317-C70D2AFC335F}" type="presOf" srcId="{65A6BA9E-5614-43BE-A5CE-7416ACEA6BAE}" destId="{38839071-57C7-4B54-A7E8-1967D649A28A}" srcOrd="0" destOrd="0" presId="urn:microsoft.com/office/officeart/2018/2/layout/IconVerticalSolidList"/>
    <dgm:cxn modelId="{02DF5CD0-5E9B-4E5E-9DD7-1BC23BE700B9}" type="presOf" srcId="{5D1C2811-AEE2-487D-B736-3F9C8ABBAAF0}" destId="{0EDEAE29-DB2D-4560-BF59-EE82BB4F85EF}" srcOrd="0" destOrd="0" presId="urn:microsoft.com/office/officeart/2018/2/layout/IconVerticalSolidList"/>
    <dgm:cxn modelId="{599682E4-F58C-48F5-AB17-56B9C389DE11}" type="presParOf" srcId="{3DED97F1-3B27-4397-A9A1-62781EB61106}" destId="{6F50A20E-6CCD-4C39-B74D-FD976EC54031}" srcOrd="0" destOrd="0" presId="urn:microsoft.com/office/officeart/2018/2/layout/IconVerticalSolidList"/>
    <dgm:cxn modelId="{ECAC9759-07A2-4F07-AAED-0CABAB2C53F5}" type="presParOf" srcId="{6F50A20E-6CCD-4C39-B74D-FD976EC54031}" destId="{F1667D5F-4C8F-4B45-9563-4526D8BECC4C}" srcOrd="0" destOrd="0" presId="urn:microsoft.com/office/officeart/2018/2/layout/IconVerticalSolidList"/>
    <dgm:cxn modelId="{E50D51A3-E962-4FA5-AFA6-BDF655FF4201}" type="presParOf" srcId="{6F50A20E-6CCD-4C39-B74D-FD976EC54031}" destId="{7A144C0B-E105-4BF2-B3D3-AA8436360367}" srcOrd="1" destOrd="0" presId="urn:microsoft.com/office/officeart/2018/2/layout/IconVerticalSolidList"/>
    <dgm:cxn modelId="{29B245DF-1234-4D81-BCA8-CE7E9F73DDC5}" type="presParOf" srcId="{6F50A20E-6CCD-4C39-B74D-FD976EC54031}" destId="{1D57C99F-CC36-45D3-88C6-F6FF7F15AE81}" srcOrd="2" destOrd="0" presId="urn:microsoft.com/office/officeart/2018/2/layout/IconVerticalSolidList"/>
    <dgm:cxn modelId="{B5F80BCE-245F-462B-A2CD-EDDE929F493C}" type="presParOf" srcId="{6F50A20E-6CCD-4C39-B74D-FD976EC54031}" destId="{38839071-57C7-4B54-A7E8-1967D649A28A}" srcOrd="3" destOrd="0" presId="urn:microsoft.com/office/officeart/2018/2/layout/IconVerticalSolidList"/>
    <dgm:cxn modelId="{52194D58-3BD5-4F3F-95CD-64237B462647}" type="presParOf" srcId="{3DED97F1-3B27-4397-A9A1-62781EB61106}" destId="{33A51F1C-29A0-4972-B5D2-5C1641BCE05D}" srcOrd="1" destOrd="0" presId="urn:microsoft.com/office/officeart/2018/2/layout/IconVerticalSolidList"/>
    <dgm:cxn modelId="{C7B51AAE-8365-4DE2-833E-DE08985D79CA}" type="presParOf" srcId="{3DED97F1-3B27-4397-A9A1-62781EB61106}" destId="{E133163C-7EBE-4D28-A244-667AEE211716}" srcOrd="2" destOrd="0" presId="urn:microsoft.com/office/officeart/2018/2/layout/IconVerticalSolidList"/>
    <dgm:cxn modelId="{B0996A32-F39C-42AE-BBA5-0752F16C39E8}" type="presParOf" srcId="{E133163C-7EBE-4D28-A244-667AEE211716}" destId="{7B2B8756-C857-416F-9871-3CE6060409D9}" srcOrd="0" destOrd="0" presId="urn:microsoft.com/office/officeart/2018/2/layout/IconVerticalSolidList"/>
    <dgm:cxn modelId="{B79EAD29-BC9F-4690-83EA-4AFDA62CD55B}" type="presParOf" srcId="{E133163C-7EBE-4D28-A244-667AEE211716}" destId="{4D248707-CCAA-470B-91D5-C242DFCC4D01}" srcOrd="1" destOrd="0" presId="urn:microsoft.com/office/officeart/2018/2/layout/IconVerticalSolidList"/>
    <dgm:cxn modelId="{01E35432-380F-45AE-9FE2-478FA8898C14}" type="presParOf" srcId="{E133163C-7EBE-4D28-A244-667AEE211716}" destId="{0AAB53DD-3048-4446-8DD1-B799E96AC704}" srcOrd="2" destOrd="0" presId="urn:microsoft.com/office/officeart/2018/2/layout/IconVerticalSolidList"/>
    <dgm:cxn modelId="{0F70F182-D7B4-47AC-80CE-21055A1F8EAF}" type="presParOf" srcId="{E133163C-7EBE-4D28-A244-667AEE211716}" destId="{0EDEAE29-DB2D-4560-BF59-EE82BB4F85EF}" srcOrd="3" destOrd="0" presId="urn:microsoft.com/office/officeart/2018/2/layout/IconVerticalSolidList"/>
    <dgm:cxn modelId="{4310D7F0-489A-4367-90B0-95207C88A601}" type="presParOf" srcId="{3DED97F1-3B27-4397-A9A1-62781EB61106}" destId="{1D06D7DB-283C-4605-ABFB-482A6528292E}" srcOrd="3" destOrd="0" presId="urn:microsoft.com/office/officeart/2018/2/layout/IconVerticalSolidList"/>
    <dgm:cxn modelId="{9CB41094-6392-41D5-A544-01F360067852}" type="presParOf" srcId="{3DED97F1-3B27-4397-A9A1-62781EB61106}" destId="{702B6449-D19C-4CF3-AEB6-21C3AE53CD6A}" srcOrd="4" destOrd="0" presId="urn:microsoft.com/office/officeart/2018/2/layout/IconVerticalSolidList"/>
    <dgm:cxn modelId="{3F765675-2B22-4747-934C-B7884170AAA8}" type="presParOf" srcId="{702B6449-D19C-4CF3-AEB6-21C3AE53CD6A}" destId="{8624F704-64A9-4A14-8AB0-20766A690F41}" srcOrd="0" destOrd="0" presId="urn:microsoft.com/office/officeart/2018/2/layout/IconVerticalSolidList"/>
    <dgm:cxn modelId="{696A0C14-7DE6-4544-B7A1-E73322E0FD2D}" type="presParOf" srcId="{702B6449-D19C-4CF3-AEB6-21C3AE53CD6A}" destId="{36B0D9FC-73A5-4C11-9731-E42D18529B49}" srcOrd="1" destOrd="0" presId="urn:microsoft.com/office/officeart/2018/2/layout/IconVerticalSolidList"/>
    <dgm:cxn modelId="{EFBC730F-209F-4CFA-9E00-89ADE46A28F6}" type="presParOf" srcId="{702B6449-D19C-4CF3-AEB6-21C3AE53CD6A}" destId="{61BDC7B1-C0CC-4D72-B763-87E016A4047E}" srcOrd="2" destOrd="0" presId="urn:microsoft.com/office/officeart/2018/2/layout/IconVerticalSolidList"/>
    <dgm:cxn modelId="{209022B0-0E9F-451F-B7EA-D7CA3A427D4A}" type="presParOf" srcId="{702B6449-D19C-4CF3-AEB6-21C3AE53CD6A}" destId="{254B0C1A-8902-4906-B418-42BB706844C0}" srcOrd="3" destOrd="0" presId="urn:microsoft.com/office/officeart/2018/2/layout/IconVerticalSolidList"/>
    <dgm:cxn modelId="{9F762E06-D4DF-45E0-A01C-C0AC335148D6}" type="presParOf" srcId="{3DED97F1-3B27-4397-A9A1-62781EB61106}" destId="{C622B139-159E-44B9-8BB0-97AAD9DBD208}" srcOrd="5" destOrd="0" presId="urn:microsoft.com/office/officeart/2018/2/layout/IconVerticalSolidList"/>
    <dgm:cxn modelId="{5EA3E691-A4AB-4DB8-9A7E-B07F860EE05C}" type="presParOf" srcId="{3DED97F1-3B27-4397-A9A1-62781EB61106}" destId="{FDA1FADA-EBF2-4E7A-85DC-1896F2AEB157}" srcOrd="6" destOrd="0" presId="urn:microsoft.com/office/officeart/2018/2/layout/IconVerticalSolidList"/>
    <dgm:cxn modelId="{9609491C-26A6-4A65-B554-A9A84B7B2992}" type="presParOf" srcId="{FDA1FADA-EBF2-4E7A-85DC-1896F2AEB157}" destId="{1721457A-66AA-44D4-B935-DB993F15F99F}" srcOrd="0" destOrd="0" presId="urn:microsoft.com/office/officeart/2018/2/layout/IconVerticalSolidList"/>
    <dgm:cxn modelId="{BA451B61-C28D-4ABF-B592-5324DBF7D215}" type="presParOf" srcId="{FDA1FADA-EBF2-4E7A-85DC-1896F2AEB157}" destId="{A525AFE9-CA62-44A2-8DCC-DF4F0502BB3E}" srcOrd="1" destOrd="0" presId="urn:microsoft.com/office/officeart/2018/2/layout/IconVerticalSolidList"/>
    <dgm:cxn modelId="{2E1D4D24-8245-481D-BAD4-49D211F7E146}" type="presParOf" srcId="{FDA1FADA-EBF2-4E7A-85DC-1896F2AEB157}" destId="{14E8A0BC-7558-4BB4-89B0-31447B4384C6}" srcOrd="2" destOrd="0" presId="urn:microsoft.com/office/officeart/2018/2/layout/IconVerticalSolidList"/>
    <dgm:cxn modelId="{04ECC5C5-F431-4471-B821-5DE2A836EE5D}" type="presParOf" srcId="{FDA1FADA-EBF2-4E7A-85DC-1896F2AEB157}" destId="{3CAD7455-0D7D-46D8-A46F-1507145C9CD3}" srcOrd="3" destOrd="0" presId="urn:microsoft.com/office/officeart/2018/2/layout/IconVerticalSolidList"/>
    <dgm:cxn modelId="{8C8354FE-0497-4928-93B5-FCFF1263E2BF}" type="presParOf" srcId="{3DED97F1-3B27-4397-A9A1-62781EB61106}" destId="{6B0242EC-44AB-42E7-AAF9-A247E3D0DC3E}" srcOrd="7" destOrd="0" presId="urn:microsoft.com/office/officeart/2018/2/layout/IconVerticalSolidList"/>
    <dgm:cxn modelId="{EB99A623-6A1A-4964-9F13-B0D7132E10E9}" type="presParOf" srcId="{3DED97F1-3B27-4397-A9A1-62781EB61106}" destId="{3DB8DA78-C84B-473D-BB96-F611B7D7A18B}" srcOrd="8" destOrd="0" presId="urn:microsoft.com/office/officeart/2018/2/layout/IconVerticalSolidList"/>
    <dgm:cxn modelId="{3CE4F2A5-BC83-4B10-AD76-5C80CEA8C10C}" type="presParOf" srcId="{3DB8DA78-C84B-473D-BB96-F611B7D7A18B}" destId="{2FA10579-9B8B-4E6F-B90F-9F313CF8B4F3}" srcOrd="0" destOrd="0" presId="urn:microsoft.com/office/officeart/2018/2/layout/IconVerticalSolidList"/>
    <dgm:cxn modelId="{AFF4170D-5641-42B8-9931-7E376EEA9B0D}" type="presParOf" srcId="{3DB8DA78-C84B-473D-BB96-F611B7D7A18B}" destId="{308DFF40-044D-401B-BD05-DDC0ECD31D8A}" srcOrd="1" destOrd="0" presId="urn:microsoft.com/office/officeart/2018/2/layout/IconVerticalSolidList"/>
    <dgm:cxn modelId="{416CD814-EDF6-41D5-A91A-57CBF463B74C}" type="presParOf" srcId="{3DB8DA78-C84B-473D-BB96-F611B7D7A18B}" destId="{08C0E6EF-5E0C-4A5A-92E5-1A3C4A16C0C0}" srcOrd="2" destOrd="0" presId="urn:microsoft.com/office/officeart/2018/2/layout/IconVerticalSolidList"/>
    <dgm:cxn modelId="{10EC015E-6AB7-4C7E-BDC8-316D0FDAC63B}" type="presParOf" srcId="{3DB8DA78-C84B-473D-BB96-F611B7D7A18B}" destId="{CBD0304B-3F9E-45EF-851A-B3A6969CDF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AEBAE9-556D-46D6-8040-0FC7C4BD1FB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BAEA451-FE72-4042-AEFF-1D8AAB11290E}">
      <dgm:prSet/>
      <dgm:spPr/>
      <dgm:t>
        <a:bodyPr/>
        <a:lstStyle/>
        <a:p>
          <a:r>
            <a:rPr lang="en-US"/>
            <a:t>Step1 : Setup the environment(Swift package, XCode) </a:t>
          </a:r>
        </a:p>
      </dgm:t>
    </dgm:pt>
    <dgm:pt modelId="{1CA308B6-0D32-4DE2-9B61-CCFCECEA2E2B}" type="parTrans" cxnId="{51FCE095-0ABE-4121-894D-9E6DD1D11498}">
      <dgm:prSet/>
      <dgm:spPr/>
      <dgm:t>
        <a:bodyPr/>
        <a:lstStyle/>
        <a:p>
          <a:endParaRPr lang="en-US"/>
        </a:p>
      </dgm:t>
    </dgm:pt>
    <dgm:pt modelId="{E9FF7E6C-E77E-4638-A44C-22691A3FB173}" type="sibTrans" cxnId="{51FCE095-0ABE-4121-894D-9E6DD1D11498}">
      <dgm:prSet/>
      <dgm:spPr/>
      <dgm:t>
        <a:bodyPr/>
        <a:lstStyle/>
        <a:p>
          <a:endParaRPr lang="en-US"/>
        </a:p>
      </dgm:t>
    </dgm:pt>
    <dgm:pt modelId="{39C8DFC5-366F-453F-99B3-065AC08E5C79}">
      <dgm:prSet/>
      <dgm:spPr/>
      <dgm:t>
        <a:bodyPr/>
        <a:lstStyle/>
        <a:p>
          <a:r>
            <a:rPr lang="en-US"/>
            <a:t>Step 2: Store 20-30 recipes as our seed data in JSON file</a:t>
          </a:r>
        </a:p>
      </dgm:t>
    </dgm:pt>
    <dgm:pt modelId="{2A86BB59-1BBB-4167-A2B9-17A3C5D7DA5E}" type="parTrans" cxnId="{D79EB666-E8B3-4C26-B389-E3148492DB68}">
      <dgm:prSet/>
      <dgm:spPr/>
      <dgm:t>
        <a:bodyPr/>
        <a:lstStyle/>
        <a:p>
          <a:endParaRPr lang="en-US"/>
        </a:p>
      </dgm:t>
    </dgm:pt>
    <dgm:pt modelId="{E1EB8AA7-1084-4488-AD98-E41E681FFE36}" type="sibTrans" cxnId="{D79EB666-E8B3-4C26-B389-E3148492DB68}">
      <dgm:prSet/>
      <dgm:spPr/>
      <dgm:t>
        <a:bodyPr/>
        <a:lstStyle/>
        <a:p>
          <a:endParaRPr lang="en-US"/>
        </a:p>
      </dgm:t>
    </dgm:pt>
    <dgm:pt modelId="{92900FF8-8F8C-44F0-9199-41BFE0ECD3CE}">
      <dgm:prSet/>
      <dgm:spPr/>
      <dgm:t>
        <a:bodyPr/>
        <a:lstStyle/>
        <a:p>
          <a:pPr rtl="0"/>
          <a:r>
            <a:rPr lang="en-US"/>
            <a:t>Fields: id, name, </a:t>
          </a:r>
          <a:r>
            <a:rPr lang="en-US">
              <a:latin typeface="Neue Haas Grotesk Text Pro"/>
            </a:rPr>
            <a:t>spirit base</a:t>
          </a:r>
          <a:r>
            <a:rPr lang="en-US"/>
            <a:t>, style, flavors, </a:t>
          </a:r>
          <a:r>
            <a:rPr lang="en-US">
              <a:latin typeface="Neue Haas Grotesk Text Pro"/>
            </a:rPr>
            <a:t>ABV</a:t>
          </a:r>
          <a:r>
            <a:rPr lang="en-US"/>
            <a:t> </a:t>
          </a:r>
          <a:r>
            <a:rPr lang="en-US">
              <a:latin typeface="Neue Haas Grotesk Text Pro"/>
            </a:rPr>
            <a:t>level</a:t>
          </a:r>
          <a:r>
            <a:rPr lang="en-US"/>
            <a:t>, carbonation, temperature, ingredients, garnish</a:t>
          </a:r>
        </a:p>
      </dgm:t>
    </dgm:pt>
    <dgm:pt modelId="{A996DC96-5013-40C9-AF0F-6E7CCE1D3CC3}" type="parTrans" cxnId="{6F237072-F990-4B48-B2A6-02B3DC033B4D}">
      <dgm:prSet/>
      <dgm:spPr/>
      <dgm:t>
        <a:bodyPr/>
        <a:lstStyle/>
        <a:p>
          <a:endParaRPr lang="en-US"/>
        </a:p>
      </dgm:t>
    </dgm:pt>
    <dgm:pt modelId="{26DD57FA-AE19-47F3-AE47-2DDCBEE7692C}" type="sibTrans" cxnId="{6F237072-F990-4B48-B2A6-02B3DC033B4D}">
      <dgm:prSet/>
      <dgm:spPr/>
      <dgm:t>
        <a:bodyPr/>
        <a:lstStyle/>
        <a:p>
          <a:endParaRPr lang="en-US"/>
        </a:p>
      </dgm:t>
    </dgm:pt>
    <dgm:pt modelId="{B86C3D2A-C08E-4DC8-A209-0669C2A2C897}">
      <dgm:prSet/>
      <dgm:spPr/>
      <dgm:t>
        <a:bodyPr/>
        <a:lstStyle/>
        <a:p>
          <a:r>
            <a:rPr lang="en-US"/>
            <a:t>Step3: </a:t>
          </a:r>
          <a:r>
            <a:rPr lang="en-US">
              <a:latin typeface="Neue Haas Grotesk Text Pro"/>
            </a:rPr>
            <a:t>Recommendation</a:t>
          </a:r>
          <a:r>
            <a:rPr lang="en-US"/>
            <a:t> algorithm</a:t>
          </a:r>
        </a:p>
      </dgm:t>
    </dgm:pt>
    <dgm:pt modelId="{8D65A8AF-AA88-449E-8DED-2158CF8F0CD3}" type="parTrans" cxnId="{DF64D5F1-7256-4873-9072-C77A7B132330}">
      <dgm:prSet/>
      <dgm:spPr/>
      <dgm:t>
        <a:bodyPr/>
        <a:lstStyle/>
        <a:p>
          <a:endParaRPr lang="en-US"/>
        </a:p>
      </dgm:t>
    </dgm:pt>
    <dgm:pt modelId="{880530B5-09B5-49DA-BA0B-E752E31A9802}" type="sibTrans" cxnId="{DF64D5F1-7256-4873-9072-C77A7B132330}">
      <dgm:prSet/>
      <dgm:spPr/>
      <dgm:t>
        <a:bodyPr/>
        <a:lstStyle/>
        <a:p>
          <a:endParaRPr lang="en-US"/>
        </a:p>
      </dgm:t>
    </dgm:pt>
    <dgm:pt modelId="{6064AD2C-29C8-4F7E-A048-93CE747A2574}">
      <dgm:prSet/>
      <dgm:spPr/>
      <dgm:t>
        <a:bodyPr/>
        <a:lstStyle/>
        <a:p>
          <a:r>
            <a:rPr lang="en-US"/>
            <a:t>Step 4: Create your own recipe feature</a:t>
          </a:r>
        </a:p>
      </dgm:t>
    </dgm:pt>
    <dgm:pt modelId="{E529CCDE-5554-437C-BD9A-51EBFBA0B1B1}" type="parTrans" cxnId="{260D3CE0-8D5C-4C0F-B31B-42481D9C4F67}">
      <dgm:prSet/>
      <dgm:spPr/>
      <dgm:t>
        <a:bodyPr/>
        <a:lstStyle/>
        <a:p>
          <a:endParaRPr lang="en-US"/>
        </a:p>
      </dgm:t>
    </dgm:pt>
    <dgm:pt modelId="{56039358-B465-4ECE-8B26-9951078686CF}" type="sibTrans" cxnId="{260D3CE0-8D5C-4C0F-B31B-42481D9C4F67}">
      <dgm:prSet/>
      <dgm:spPr/>
      <dgm:t>
        <a:bodyPr/>
        <a:lstStyle/>
        <a:p>
          <a:endParaRPr lang="en-US"/>
        </a:p>
      </dgm:t>
    </dgm:pt>
    <dgm:pt modelId="{46467B33-0256-443D-9145-D05C370E98E9}">
      <dgm:prSet/>
      <dgm:spPr/>
      <dgm:t>
        <a:bodyPr/>
        <a:lstStyle/>
        <a:p>
          <a:r>
            <a:rPr lang="en-US"/>
            <a:t>Step 5: Swift UI screen </a:t>
          </a:r>
        </a:p>
      </dgm:t>
    </dgm:pt>
    <dgm:pt modelId="{CC6BF509-5215-4268-881E-B5479975F206}" type="parTrans" cxnId="{79EEB05D-B197-4A59-84DA-B8463C939D79}">
      <dgm:prSet/>
      <dgm:spPr/>
      <dgm:t>
        <a:bodyPr/>
        <a:lstStyle/>
        <a:p>
          <a:endParaRPr lang="en-US"/>
        </a:p>
      </dgm:t>
    </dgm:pt>
    <dgm:pt modelId="{D4ED6903-64CB-49FC-9713-71D1D4543507}" type="sibTrans" cxnId="{79EEB05D-B197-4A59-84DA-B8463C939D79}">
      <dgm:prSet/>
      <dgm:spPr/>
      <dgm:t>
        <a:bodyPr/>
        <a:lstStyle/>
        <a:p>
          <a:endParaRPr lang="en-US"/>
        </a:p>
      </dgm:t>
    </dgm:pt>
    <dgm:pt modelId="{CC88D228-5AFD-414E-9568-D0AABE856AE2}">
      <dgm:prSet/>
      <dgm:spPr/>
      <dgm:t>
        <a:bodyPr/>
        <a:lstStyle/>
        <a:p>
          <a:r>
            <a:rPr lang="en-US"/>
            <a:t>Step 6: Expand recipe +100 </a:t>
          </a:r>
        </a:p>
      </dgm:t>
    </dgm:pt>
    <dgm:pt modelId="{3DEDB10F-86FA-4831-8605-302A4A187385}" type="parTrans" cxnId="{9B50BC0E-5B43-4CB8-8566-1FF6D9FDD80B}">
      <dgm:prSet/>
      <dgm:spPr/>
      <dgm:t>
        <a:bodyPr/>
        <a:lstStyle/>
        <a:p>
          <a:endParaRPr lang="en-US"/>
        </a:p>
      </dgm:t>
    </dgm:pt>
    <dgm:pt modelId="{EA2CE2BB-8AA0-45EC-B291-61601CB53ED3}" type="sibTrans" cxnId="{9B50BC0E-5B43-4CB8-8566-1FF6D9FDD80B}">
      <dgm:prSet/>
      <dgm:spPr/>
      <dgm:t>
        <a:bodyPr/>
        <a:lstStyle/>
        <a:p>
          <a:endParaRPr lang="en-US"/>
        </a:p>
      </dgm:t>
    </dgm:pt>
    <dgm:pt modelId="{4B32E3A8-BC07-445C-875D-08AB62DAF99F}">
      <dgm:prSet/>
      <dgm:spPr/>
      <dgm:t>
        <a:bodyPr/>
        <a:lstStyle/>
        <a:p>
          <a:r>
            <a:rPr lang="en-US"/>
            <a:t>Step 7 : Deploy </a:t>
          </a:r>
        </a:p>
      </dgm:t>
    </dgm:pt>
    <dgm:pt modelId="{92BE358B-DF7C-4F37-A2C4-38B13DC9F3F4}" type="parTrans" cxnId="{DEF4F5E7-76EF-41B1-8445-4AE42854327A}">
      <dgm:prSet/>
      <dgm:spPr/>
      <dgm:t>
        <a:bodyPr/>
        <a:lstStyle/>
        <a:p>
          <a:endParaRPr lang="en-US"/>
        </a:p>
      </dgm:t>
    </dgm:pt>
    <dgm:pt modelId="{7BEF8674-E59A-4A94-89C9-355F1A5AD8FD}" type="sibTrans" cxnId="{DEF4F5E7-76EF-41B1-8445-4AE42854327A}">
      <dgm:prSet/>
      <dgm:spPr/>
      <dgm:t>
        <a:bodyPr/>
        <a:lstStyle/>
        <a:p>
          <a:endParaRPr lang="en-US"/>
        </a:p>
      </dgm:t>
    </dgm:pt>
    <dgm:pt modelId="{EEEE6530-0A96-4C5D-B0B4-675B42047423}" type="pres">
      <dgm:prSet presAssocID="{61AEBAE9-556D-46D6-8040-0FC7C4BD1FB5}" presName="linear" presStyleCnt="0">
        <dgm:presLayoutVars>
          <dgm:dir/>
          <dgm:animLvl val="lvl"/>
          <dgm:resizeHandles val="exact"/>
        </dgm:presLayoutVars>
      </dgm:prSet>
      <dgm:spPr/>
    </dgm:pt>
    <dgm:pt modelId="{666A7D6F-4E39-4808-9756-D67C0EE00601}" type="pres">
      <dgm:prSet presAssocID="{2BAEA451-FE72-4042-AEFF-1D8AAB11290E}" presName="parentLin" presStyleCnt="0"/>
      <dgm:spPr/>
    </dgm:pt>
    <dgm:pt modelId="{0FF223E7-A395-417E-8950-61E56FA62577}" type="pres">
      <dgm:prSet presAssocID="{2BAEA451-FE72-4042-AEFF-1D8AAB11290E}" presName="parentLeftMargin" presStyleLbl="node1" presStyleIdx="0" presStyleCnt="7"/>
      <dgm:spPr/>
    </dgm:pt>
    <dgm:pt modelId="{329C7BDE-5BF6-4A4D-89AA-2CBCAE78D14D}" type="pres">
      <dgm:prSet presAssocID="{2BAEA451-FE72-4042-AEFF-1D8AAB11290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FFB8756-584A-4C9E-979D-71084C779498}" type="pres">
      <dgm:prSet presAssocID="{2BAEA451-FE72-4042-AEFF-1D8AAB11290E}" presName="negativeSpace" presStyleCnt="0"/>
      <dgm:spPr/>
    </dgm:pt>
    <dgm:pt modelId="{6966E0B6-1473-44EC-A573-1AC81D97F43F}" type="pres">
      <dgm:prSet presAssocID="{2BAEA451-FE72-4042-AEFF-1D8AAB11290E}" presName="childText" presStyleLbl="conFgAcc1" presStyleIdx="0" presStyleCnt="7">
        <dgm:presLayoutVars>
          <dgm:bulletEnabled val="1"/>
        </dgm:presLayoutVars>
      </dgm:prSet>
      <dgm:spPr/>
    </dgm:pt>
    <dgm:pt modelId="{34A61CF0-7CDA-4410-887D-080627960086}" type="pres">
      <dgm:prSet presAssocID="{E9FF7E6C-E77E-4638-A44C-22691A3FB173}" presName="spaceBetweenRectangles" presStyleCnt="0"/>
      <dgm:spPr/>
    </dgm:pt>
    <dgm:pt modelId="{0EF1B14D-A0B7-46B7-A5AB-80F29A5ACD1F}" type="pres">
      <dgm:prSet presAssocID="{39C8DFC5-366F-453F-99B3-065AC08E5C79}" presName="parentLin" presStyleCnt="0"/>
      <dgm:spPr/>
    </dgm:pt>
    <dgm:pt modelId="{E2B15C84-DB50-4FF7-B0D6-834E5E169009}" type="pres">
      <dgm:prSet presAssocID="{39C8DFC5-366F-453F-99B3-065AC08E5C79}" presName="parentLeftMargin" presStyleLbl="node1" presStyleIdx="0" presStyleCnt="7"/>
      <dgm:spPr/>
    </dgm:pt>
    <dgm:pt modelId="{76BC5132-CFCA-4D92-A721-A3B4F51FCD24}" type="pres">
      <dgm:prSet presAssocID="{39C8DFC5-366F-453F-99B3-065AC08E5C7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6D7A75-6805-4870-A11D-269CF6573193}" type="pres">
      <dgm:prSet presAssocID="{39C8DFC5-366F-453F-99B3-065AC08E5C79}" presName="negativeSpace" presStyleCnt="0"/>
      <dgm:spPr/>
    </dgm:pt>
    <dgm:pt modelId="{49E62CC3-BFA8-49CA-8669-C8B78927F06A}" type="pres">
      <dgm:prSet presAssocID="{39C8DFC5-366F-453F-99B3-065AC08E5C79}" presName="childText" presStyleLbl="conFgAcc1" presStyleIdx="1" presStyleCnt="7">
        <dgm:presLayoutVars>
          <dgm:bulletEnabled val="1"/>
        </dgm:presLayoutVars>
      </dgm:prSet>
      <dgm:spPr/>
    </dgm:pt>
    <dgm:pt modelId="{4490ED83-150C-49D6-B357-467D5E4622F5}" type="pres">
      <dgm:prSet presAssocID="{E1EB8AA7-1084-4488-AD98-E41E681FFE36}" presName="spaceBetweenRectangles" presStyleCnt="0"/>
      <dgm:spPr/>
    </dgm:pt>
    <dgm:pt modelId="{EC7BF672-684E-45AA-BA1F-890D7DDA478F}" type="pres">
      <dgm:prSet presAssocID="{B86C3D2A-C08E-4DC8-A209-0669C2A2C897}" presName="parentLin" presStyleCnt="0"/>
      <dgm:spPr/>
    </dgm:pt>
    <dgm:pt modelId="{721B4410-4FF8-4F57-8816-B8B785378056}" type="pres">
      <dgm:prSet presAssocID="{B86C3D2A-C08E-4DC8-A209-0669C2A2C897}" presName="parentLeftMargin" presStyleLbl="node1" presStyleIdx="1" presStyleCnt="7"/>
      <dgm:spPr/>
    </dgm:pt>
    <dgm:pt modelId="{A296894B-0234-4D5E-B510-FCBAFE91486D}" type="pres">
      <dgm:prSet presAssocID="{B86C3D2A-C08E-4DC8-A209-0669C2A2C89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F072C0C-5573-41BF-ABD2-2FAC57D5C37F}" type="pres">
      <dgm:prSet presAssocID="{B86C3D2A-C08E-4DC8-A209-0669C2A2C897}" presName="negativeSpace" presStyleCnt="0"/>
      <dgm:spPr/>
    </dgm:pt>
    <dgm:pt modelId="{7392EE8C-ECFE-4DD3-9443-F1ACE41072F1}" type="pres">
      <dgm:prSet presAssocID="{B86C3D2A-C08E-4DC8-A209-0669C2A2C897}" presName="childText" presStyleLbl="conFgAcc1" presStyleIdx="2" presStyleCnt="7">
        <dgm:presLayoutVars>
          <dgm:bulletEnabled val="1"/>
        </dgm:presLayoutVars>
      </dgm:prSet>
      <dgm:spPr/>
    </dgm:pt>
    <dgm:pt modelId="{72ADAD85-2D4F-444E-B09D-6ED402C74392}" type="pres">
      <dgm:prSet presAssocID="{880530B5-09B5-49DA-BA0B-E752E31A9802}" presName="spaceBetweenRectangles" presStyleCnt="0"/>
      <dgm:spPr/>
    </dgm:pt>
    <dgm:pt modelId="{3FDF7DB3-B59E-49A2-9278-94708A161015}" type="pres">
      <dgm:prSet presAssocID="{6064AD2C-29C8-4F7E-A048-93CE747A2574}" presName="parentLin" presStyleCnt="0"/>
      <dgm:spPr/>
    </dgm:pt>
    <dgm:pt modelId="{2AE86D35-6FE8-4CCB-9537-0DD53752EA72}" type="pres">
      <dgm:prSet presAssocID="{6064AD2C-29C8-4F7E-A048-93CE747A2574}" presName="parentLeftMargin" presStyleLbl="node1" presStyleIdx="2" presStyleCnt="7"/>
      <dgm:spPr/>
    </dgm:pt>
    <dgm:pt modelId="{2F9149DE-753B-4869-AC13-1B00764494D4}" type="pres">
      <dgm:prSet presAssocID="{6064AD2C-29C8-4F7E-A048-93CE747A257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B38B6C0-4288-4D05-88C3-44150801527A}" type="pres">
      <dgm:prSet presAssocID="{6064AD2C-29C8-4F7E-A048-93CE747A2574}" presName="negativeSpace" presStyleCnt="0"/>
      <dgm:spPr/>
    </dgm:pt>
    <dgm:pt modelId="{EFFB6A5F-1533-44B5-B3AF-9AFD84CC33FC}" type="pres">
      <dgm:prSet presAssocID="{6064AD2C-29C8-4F7E-A048-93CE747A2574}" presName="childText" presStyleLbl="conFgAcc1" presStyleIdx="3" presStyleCnt="7">
        <dgm:presLayoutVars>
          <dgm:bulletEnabled val="1"/>
        </dgm:presLayoutVars>
      </dgm:prSet>
      <dgm:spPr/>
    </dgm:pt>
    <dgm:pt modelId="{3BF6B37E-C22F-4028-A73D-2941D6EF0950}" type="pres">
      <dgm:prSet presAssocID="{56039358-B465-4ECE-8B26-9951078686CF}" presName="spaceBetweenRectangles" presStyleCnt="0"/>
      <dgm:spPr/>
    </dgm:pt>
    <dgm:pt modelId="{631DC1D9-E6DA-4E7B-80D0-BE3C95398743}" type="pres">
      <dgm:prSet presAssocID="{46467B33-0256-443D-9145-D05C370E98E9}" presName="parentLin" presStyleCnt="0"/>
      <dgm:spPr/>
    </dgm:pt>
    <dgm:pt modelId="{14E84F0F-5421-4329-B6AC-57AE028A5849}" type="pres">
      <dgm:prSet presAssocID="{46467B33-0256-443D-9145-D05C370E98E9}" presName="parentLeftMargin" presStyleLbl="node1" presStyleIdx="3" presStyleCnt="7"/>
      <dgm:spPr/>
    </dgm:pt>
    <dgm:pt modelId="{A3E69A78-1A33-44F1-9183-A01D2D87A6D6}" type="pres">
      <dgm:prSet presAssocID="{46467B33-0256-443D-9145-D05C370E98E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FE75C60-FDD8-4ACC-B998-1B49B646F346}" type="pres">
      <dgm:prSet presAssocID="{46467B33-0256-443D-9145-D05C370E98E9}" presName="negativeSpace" presStyleCnt="0"/>
      <dgm:spPr/>
    </dgm:pt>
    <dgm:pt modelId="{FB41258D-8552-43FC-82E1-874D850FC6CF}" type="pres">
      <dgm:prSet presAssocID="{46467B33-0256-443D-9145-D05C370E98E9}" presName="childText" presStyleLbl="conFgAcc1" presStyleIdx="4" presStyleCnt="7">
        <dgm:presLayoutVars>
          <dgm:bulletEnabled val="1"/>
        </dgm:presLayoutVars>
      </dgm:prSet>
      <dgm:spPr/>
    </dgm:pt>
    <dgm:pt modelId="{34E3B31D-4D01-4321-895B-90404B6B41E8}" type="pres">
      <dgm:prSet presAssocID="{D4ED6903-64CB-49FC-9713-71D1D4543507}" presName="spaceBetweenRectangles" presStyleCnt="0"/>
      <dgm:spPr/>
    </dgm:pt>
    <dgm:pt modelId="{D174C624-7373-441C-BBEE-5E772B05235B}" type="pres">
      <dgm:prSet presAssocID="{CC88D228-5AFD-414E-9568-D0AABE856AE2}" presName="parentLin" presStyleCnt="0"/>
      <dgm:spPr/>
    </dgm:pt>
    <dgm:pt modelId="{60DCEB5B-93E3-47A9-B691-4D1EDDBB9574}" type="pres">
      <dgm:prSet presAssocID="{CC88D228-5AFD-414E-9568-D0AABE856AE2}" presName="parentLeftMargin" presStyleLbl="node1" presStyleIdx="4" presStyleCnt="7"/>
      <dgm:spPr/>
    </dgm:pt>
    <dgm:pt modelId="{2391B99E-FC15-4671-9EE2-96F5B7811B0A}" type="pres">
      <dgm:prSet presAssocID="{CC88D228-5AFD-414E-9568-D0AABE856AE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4D38FBF-D264-4B2A-90DE-2E875EDFFCE0}" type="pres">
      <dgm:prSet presAssocID="{CC88D228-5AFD-414E-9568-D0AABE856AE2}" presName="negativeSpace" presStyleCnt="0"/>
      <dgm:spPr/>
    </dgm:pt>
    <dgm:pt modelId="{90332302-BB2A-4211-9B24-810EC3066E33}" type="pres">
      <dgm:prSet presAssocID="{CC88D228-5AFD-414E-9568-D0AABE856AE2}" presName="childText" presStyleLbl="conFgAcc1" presStyleIdx="5" presStyleCnt="7">
        <dgm:presLayoutVars>
          <dgm:bulletEnabled val="1"/>
        </dgm:presLayoutVars>
      </dgm:prSet>
      <dgm:spPr/>
    </dgm:pt>
    <dgm:pt modelId="{DE0C3C71-B742-4938-A356-C758C9E0AF64}" type="pres">
      <dgm:prSet presAssocID="{EA2CE2BB-8AA0-45EC-B291-61601CB53ED3}" presName="spaceBetweenRectangles" presStyleCnt="0"/>
      <dgm:spPr/>
    </dgm:pt>
    <dgm:pt modelId="{4320DB6F-E8FA-4E5A-B688-94DBD6D759A0}" type="pres">
      <dgm:prSet presAssocID="{4B32E3A8-BC07-445C-875D-08AB62DAF99F}" presName="parentLin" presStyleCnt="0"/>
      <dgm:spPr/>
    </dgm:pt>
    <dgm:pt modelId="{C35D18FA-7844-492D-BE76-95E773AD82A4}" type="pres">
      <dgm:prSet presAssocID="{4B32E3A8-BC07-445C-875D-08AB62DAF99F}" presName="parentLeftMargin" presStyleLbl="node1" presStyleIdx="5" presStyleCnt="7"/>
      <dgm:spPr/>
    </dgm:pt>
    <dgm:pt modelId="{24B652A4-8BE2-45C4-B0D0-3B804F268001}" type="pres">
      <dgm:prSet presAssocID="{4B32E3A8-BC07-445C-875D-08AB62DAF99F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09E11E5C-BB5A-4908-A6AC-1A8AD17470BA}" type="pres">
      <dgm:prSet presAssocID="{4B32E3A8-BC07-445C-875D-08AB62DAF99F}" presName="negativeSpace" presStyleCnt="0"/>
      <dgm:spPr/>
    </dgm:pt>
    <dgm:pt modelId="{31D9AA57-DB16-4D4C-BFCF-6B979FAF134E}" type="pres">
      <dgm:prSet presAssocID="{4B32E3A8-BC07-445C-875D-08AB62DAF99F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9B50BC0E-5B43-4CB8-8566-1FF6D9FDD80B}" srcId="{61AEBAE9-556D-46D6-8040-0FC7C4BD1FB5}" destId="{CC88D228-5AFD-414E-9568-D0AABE856AE2}" srcOrd="5" destOrd="0" parTransId="{3DEDB10F-86FA-4831-8605-302A4A187385}" sibTransId="{EA2CE2BB-8AA0-45EC-B291-61601CB53ED3}"/>
    <dgm:cxn modelId="{05B24F46-7049-4FF4-97C6-630BD98A2953}" type="presOf" srcId="{2BAEA451-FE72-4042-AEFF-1D8AAB11290E}" destId="{329C7BDE-5BF6-4A4D-89AA-2CBCAE78D14D}" srcOrd="1" destOrd="0" presId="urn:microsoft.com/office/officeart/2005/8/layout/list1"/>
    <dgm:cxn modelId="{79EEB05D-B197-4A59-84DA-B8463C939D79}" srcId="{61AEBAE9-556D-46D6-8040-0FC7C4BD1FB5}" destId="{46467B33-0256-443D-9145-D05C370E98E9}" srcOrd="4" destOrd="0" parTransId="{CC6BF509-5215-4268-881E-B5479975F206}" sibTransId="{D4ED6903-64CB-49FC-9713-71D1D4543507}"/>
    <dgm:cxn modelId="{DBFA525E-D048-4642-B178-714338E0F00E}" type="presOf" srcId="{4B32E3A8-BC07-445C-875D-08AB62DAF99F}" destId="{C35D18FA-7844-492D-BE76-95E773AD82A4}" srcOrd="0" destOrd="0" presId="urn:microsoft.com/office/officeart/2005/8/layout/list1"/>
    <dgm:cxn modelId="{D79EB666-E8B3-4C26-B389-E3148492DB68}" srcId="{61AEBAE9-556D-46D6-8040-0FC7C4BD1FB5}" destId="{39C8DFC5-366F-453F-99B3-065AC08E5C79}" srcOrd="1" destOrd="0" parTransId="{2A86BB59-1BBB-4167-A2B9-17A3C5D7DA5E}" sibTransId="{E1EB8AA7-1084-4488-AD98-E41E681FFE36}"/>
    <dgm:cxn modelId="{04B20E67-E965-420A-B319-4DA9AD130683}" type="presOf" srcId="{46467B33-0256-443D-9145-D05C370E98E9}" destId="{A3E69A78-1A33-44F1-9183-A01D2D87A6D6}" srcOrd="1" destOrd="0" presId="urn:microsoft.com/office/officeart/2005/8/layout/list1"/>
    <dgm:cxn modelId="{6F237072-F990-4B48-B2A6-02B3DC033B4D}" srcId="{39C8DFC5-366F-453F-99B3-065AC08E5C79}" destId="{92900FF8-8F8C-44F0-9199-41BFE0ECD3CE}" srcOrd="0" destOrd="0" parTransId="{A996DC96-5013-40C9-AF0F-6E7CCE1D3CC3}" sibTransId="{26DD57FA-AE19-47F3-AE47-2DDCBEE7692C}"/>
    <dgm:cxn modelId="{19DF837D-3E5F-42A5-93A6-80D62F85E4DC}" type="presOf" srcId="{61AEBAE9-556D-46D6-8040-0FC7C4BD1FB5}" destId="{EEEE6530-0A96-4C5D-B0B4-675B42047423}" srcOrd="0" destOrd="0" presId="urn:microsoft.com/office/officeart/2005/8/layout/list1"/>
    <dgm:cxn modelId="{BA8AF88A-975D-465C-89DC-D64F2F44008D}" type="presOf" srcId="{46467B33-0256-443D-9145-D05C370E98E9}" destId="{14E84F0F-5421-4329-B6AC-57AE028A5849}" srcOrd="0" destOrd="0" presId="urn:microsoft.com/office/officeart/2005/8/layout/list1"/>
    <dgm:cxn modelId="{55FCBA90-F945-40B8-A82A-07757D5851BC}" type="presOf" srcId="{39C8DFC5-366F-453F-99B3-065AC08E5C79}" destId="{E2B15C84-DB50-4FF7-B0D6-834E5E169009}" srcOrd="0" destOrd="0" presId="urn:microsoft.com/office/officeart/2005/8/layout/list1"/>
    <dgm:cxn modelId="{4B780C92-FFD3-464F-9AF2-A5FCF4FA1A5D}" type="presOf" srcId="{CC88D228-5AFD-414E-9568-D0AABE856AE2}" destId="{60DCEB5B-93E3-47A9-B691-4D1EDDBB9574}" srcOrd="0" destOrd="0" presId="urn:microsoft.com/office/officeart/2005/8/layout/list1"/>
    <dgm:cxn modelId="{51FCE095-0ABE-4121-894D-9E6DD1D11498}" srcId="{61AEBAE9-556D-46D6-8040-0FC7C4BD1FB5}" destId="{2BAEA451-FE72-4042-AEFF-1D8AAB11290E}" srcOrd="0" destOrd="0" parTransId="{1CA308B6-0D32-4DE2-9B61-CCFCECEA2E2B}" sibTransId="{E9FF7E6C-E77E-4638-A44C-22691A3FB173}"/>
    <dgm:cxn modelId="{DA7034A7-7092-4F6D-8A16-C3D3E1C4CB39}" type="presOf" srcId="{CC88D228-5AFD-414E-9568-D0AABE856AE2}" destId="{2391B99E-FC15-4671-9EE2-96F5B7811B0A}" srcOrd="1" destOrd="0" presId="urn:microsoft.com/office/officeart/2005/8/layout/list1"/>
    <dgm:cxn modelId="{D8E01DB4-D595-4F2E-ACF9-22CA2EABDEE6}" type="presOf" srcId="{6064AD2C-29C8-4F7E-A048-93CE747A2574}" destId="{2F9149DE-753B-4869-AC13-1B00764494D4}" srcOrd="1" destOrd="0" presId="urn:microsoft.com/office/officeart/2005/8/layout/list1"/>
    <dgm:cxn modelId="{3AD927B6-E45E-4D70-8275-3D13609C979E}" type="presOf" srcId="{B86C3D2A-C08E-4DC8-A209-0669C2A2C897}" destId="{721B4410-4FF8-4F57-8816-B8B785378056}" srcOrd="0" destOrd="0" presId="urn:microsoft.com/office/officeart/2005/8/layout/list1"/>
    <dgm:cxn modelId="{FCA87FC0-25A5-4AAD-A0B4-4888216BBE17}" type="presOf" srcId="{2BAEA451-FE72-4042-AEFF-1D8AAB11290E}" destId="{0FF223E7-A395-417E-8950-61E56FA62577}" srcOrd="0" destOrd="0" presId="urn:microsoft.com/office/officeart/2005/8/layout/list1"/>
    <dgm:cxn modelId="{F94386C2-982F-41AD-BE67-F5B6F7C3D21D}" type="presOf" srcId="{92900FF8-8F8C-44F0-9199-41BFE0ECD3CE}" destId="{49E62CC3-BFA8-49CA-8669-C8B78927F06A}" srcOrd="0" destOrd="0" presId="urn:microsoft.com/office/officeart/2005/8/layout/list1"/>
    <dgm:cxn modelId="{2C5D59DF-1AE4-4714-91BA-FDE43CCA344C}" type="presOf" srcId="{4B32E3A8-BC07-445C-875D-08AB62DAF99F}" destId="{24B652A4-8BE2-45C4-B0D0-3B804F268001}" srcOrd="1" destOrd="0" presId="urn:microsoft.com/office/officeart/2005/8/layout/list1"/>
    <dgm:cxn modelId="{260D3CE0-8D5C-4C0F-B31B-42481D9C4F67}" srcId="{61AEBAE9-556D-46D6-8040-0FC7C4BD1FB5}" destId="{6064AD2C-29C8-4F7E-A048-93CE747A2574}" srcOrd="3" destOrd="0" parTransId="{E529CCDE-5554-437C-BD9A-51EBFBA0B1B1}" sibTransId="{56039358-B465-4ECE-8B26-9951078686CF}"/>
    <dgm:cxn modelId="{761900E4-263C-4638-A44D-9009E97DACCD}" type="presOf" srcId="{6064AD2C-29C8-4F7E-A048-93CE747A2574}" destId="{2AE86D35-6FE8-4CCB-9537-0DD53752EA72}" srcOrd="0" destOrd="0" presId="urn:microsoft.com/office/officeart/2005/8/layout/list1"/>
    <dgm:cxn modelId="{DEF4F5E7-76EF-41B1-8445-4AE42854327A}" srcId="{61AEBAE9-556D-46D6-8040-0FC7C4BD1FB5}" destId="{4B32E3A8-BC07-445C-875D-08AB62DAF99F}" srcOrd="6" destOrd="0" parTransId="{92BE358B-DF7C-4F37-A2C4-38B13DC9F3F4}" sibTransId="{7BEF8674-E59A-4A94-89C9-355F1A5AD8FD}"/>
    <dgm:cxn modelId="{DF64D5F1-7256-4873-9072-C77A7B132330}" srcId="{61AEBAE9-556D-46D6-8040-0FC7C4BD1FB5}" destId="{B86C3D2A-C08E-4DC8-A209-0669C2A2C897}" srcOrd="2" destOrd="0" parTransId="{8D65A8AF-AA88-449E-8DED-2158CF8F0CD3}" sibTransId="{880530B5-09B5-49DA-BA0B-E752E31A9802}"/>
    <dgm:cxn modelId="{995F20F3-F6BF-486D-B8C2-A518E491D909}" type="presOf" srcId="{39C8DFC5-366F-453F-99B3-065AC08E5C79}" destId="{76BC5132-CFCA-4D92-A721-A3B4F51FCD24}" srcOrd="1" destOrd="0" presId="urn:microsoft.com/office/officeart/2005/8/layout/list1"/>
    <dgm:cxn modelId="{AF68C3F8-DFD2-44A6-BEFD-F061534EE000}" type="presOf" srcId="{B86C3D2A-C08E-4DC8-A209-0669C2A2C897}" destId="{A296894B-0234-4D5E-B510-FCBAFE91486D}" srcOrd="1" destOrd="0" presId="urn:microsoft.com/office/officeart/2005/8/layout/list1"/>
    <dgm:cxn modelId="{A914FB41-4492-44A0-A2B5-B750EB146114}" type="presParOf" srcId="{EEEE6530-0A96-4C5D-B0B4-675B42047423}" destId="{666A7D6F-4E39-4808-9756-D67C0EE00601}" srcOrd="0" destOrd="0" presId="urn:microsoft.com/office/officeart/2005/8/layout/list1"/>
    <dgm:cxn modelId="{52729F31-E605-4FA6-BF36-8498435206CC}" type="presParOf" srcId="{666A7D6F-4E39-4808-9756-D67C0EE00601}" destId="{0FF223E7-A395-417E-8950-61E56FA62577}" srcOrd="0" destOrd="0" presId="urn:microsoft.com/office/officeart/2005/8/layout/list1"/>
    <dgm:cxn modelId="{67480253-4B9D-449B-BE56-D6CBCA84EA74}" type="presParOf" srcId="{666A7D6F-4E39-4808-9756-D67C0EE00601}" destId="{329C7BDE-5BF6-4A4D-89AA-2CBCAE78D14D}" srcOrd="1" destOrd="0" presId="urn:microsoft.com/office/officeart/2005/8/layout/list1"/>
    <dgm:cxn modelId="{E4CB558A-E365-47CC-82EB-DCF1F9060596}" type="presParOf" srcId="{EEEE6530-0A96-4C5D-B0B4-675B42047423}" destId="{AFFB8756-584A-4C9E-979D-71084C779498}" srcOrd="1" destOrd="0" presId="urn:microsoft.com/office/officeart/2005/8/layout/list1"/>
    <dgm:cxn modelId="{641E79C1-6734-4AF9-8C4B-69774892DDD0}" type="presParOf" srcId="{EEEE6530-0A96-4C5D-B0B4-675B42047423}" destId="{6966E0B6-1473-44EC-A573-1AC81D97F43F}" srcOrd="2" destOrd="0" presId="urn:microsoft.com/office/officeart/2005/8/layout/list1"/>
    <dgm:cxn modelId="{701D59F2-2A92-481A-8654-9A5D47767001}" type="presParOf" srcId="{EEEE6530-0A96-4C5D-B0B4-675B42047423}" destId="{34A61CF0-7CDA-4410-887D-080627960086}" srcOrd="3" destOrd="0" presId="urn:microsoft.com/office/officeart/2005/8/layout/list1"/>
    <dgm:cxn modelId="{D7CF2FF3-6B7A-4B28-BAFC-670C80302290}" type="presParOf" srcId="{EEEE6530-0A96-4C5D-B0B4-675B42047423}" destId="{0EF1B14D-A0B7-46B7-A5AB-80F29A5ACD1F}" srcOrd="4" destOrd="0" presId="urn:microsoft.com/office/officeart/2005/8/layout/list1"/>
    <dgm:cxn modelId="{B029061A-7B84-4B2D-A26B-814DDDDE47EE}" type="presParOf" srcId="{0EF1B14D-A0B7-46B7-A5AB-80F29A5ACD1F}" destId="{E2B15C84-DB50-4FF7-B0D6-834E5E169009}" srcOrd="0" destOrd="0" presId="urn:microsoft.com/office/officeart/2005/8/layout/list1"/>
    <dgm:cxn modelId="{97DCE182-84A6-49E0-882B-D34AB96AD70B}" type="presParOf" srcId="{0EF1B14D-A0B7-46B7-A5AB-80F29A5ACD1F}" destId="{76BC5132-CFCA-4D92-A721-A3B4F51FCD24}" srcOrd="1" destOrd="0" presId="urn:microsoft.com/office/officeart/2005/8/layout/list1"/>
    <dgm:cxn modelId="{ADBBCEFF-F96D-4332-A189-0C836BA04D92}" type="presParOf" srcId="{EEEE6530-0A96-4C5D-B0B4-675B42047423}" destId="{B16D7A75-6805-4870-A11D-269CF6573193}" srcOrd="5" destOrd="0" presId="urn:microsoft.com/office/officeart/2005/8/layout/list1"/>
    <dgm:cxn modelId="{94F8ACCC-7361-4700-9504-907C9C3D3E7F}" type="presParOf" srcId="{EEEE6530-0A96-4C5D-B0B4-675B42047423}" destId="{49E62CC3-BFA8-49CA-8669-C8B78927F06A}" srcOrd="6" destOrd="0" presId="urn:microsoft.com/office/officeart/2005/8/layout/list1"/>
    <dgm:cxn modelId="{5D75D37A-2413-496A-8BC4-6A47AEB16349}" type="presParOf" srcId="{EEEE6530-0A96-4C5D-B0B4-675B42047423}" destId="{4490ED83-150C-49D6-B357-467D5E4622F5}" srcOrd="7" destOrd="0" presId="urn:microsoft.com/office/officeart/2005/8/layout/list1"/>
    <dgm:cxn modelId="{C25C6E99-6C47-4CD4-BC00-38DB9F44BD7E}" type="presParOf" srcId="{EEEE6530-0A96-4C5D-B0B4-675B42047423}" destId="{EC7BF672-684E-45AA-BA1F-890D7DDA478F}" srcOrd="8" destOrd="0" presId="urn:microsoft.com/office/officeart/2005/8/layout/list1"/>
    <dgm:cxn modelId="{366A632F-D541-4053-911C-078816DF8040}" type="presParOf" srcId="{EC7BF672-684E-45AA-BA1F-890D7DDA478F}" destId="{721B4410-4FF8-4F57-8816-B8B785378056}" srcOrd="0" destOrd="0" presId="urn:microsoft.com/office/officeart/2005/8/layout/list1"/>
    <dgm:cxn modelId="{8BCE5C2F-350D-4E9C-9BCF-8C3918FB7C85}" type="presParOf" srcId="{EC7BF672-684E-45AA-BA1F-890D7DDA478F}" destId="{A296894B-0234-4D5E-B510-FCBAFE91486D}" srcOrd="1" destOrd="0" presId="urn:microsoft.com/office/officeart/2005/8/layout/list1"/>
    <dgm:cxn modelId="{3FCDB225-383F-421D-86CE-8029A2B0497D}" type="presParOf" srcId="{EEEE6530-0A96-4C5D-B0B4-675B42047423}" destId="{FF072C0C-5573-41BF-ABD2-2FAC57D5C37F}" srcOrd="9" destOrd="0" presId="urn:microsoft.com/office/officeart/2005/8/layout/list1"/>
    <dgm:cxn modelId="{5E22C213-6A1B-444C-93E8-5A09717ECBBE}" type="presParOf" srcId="{EEEE6530-0A96-4C5D-B0B4-675B42047423}" destId="{7392EE8C-ECFE-4DD3-9443-F1ACE41072F1}" srcOrd="10" destOrd="0" presId="urn:microsoft.com/office/officeart/2005/8/layout/list1"/>
    <dgm:cxn modelId="{E6620DC5-D5F0-4E9A-A6A2-46FFC0223B2C}" type="presParOf" srcId="{EEEE6530-0A96-4C5D-B0B4-675B42047423}" destId="{72ADAD85-2D4F-444E-B09D-6ED402C74392}" srcOrd="11" destOrd="0" presId="urn:microsoft.com/office/officeart/2005/8/layout/list1"/>
    <dgm:cxn modelId="{BC9081DF-75F2-4567-9684-349AC9183187}" type="presParOf" srcId="{EEEE6530-0A96-4C5D-B0B4-675B42047423}" destId="{3FDF7DB3-B59E-49A2-9278-94708A161015}" srcOrd="12" destOrd="0" presId="urn:microsoft.com/office/officeart/2005/8/layout/list1"/>
    <dgm:cxn modelId="{7D1B518D-8CA7-44C0-A973-CE7FBC2B020A}" type="presParOf" srcId="{3FDF7DB3-B59E-49A2-9278-94708A161015}" destId="{2AE86D35-6FE8-4CCB-9537-0DD53752EA72}" srcOrd="0" destOrd="0" presId="urn:microsoft.com/office/officeart/2005/8/layout/list1"/>
    <dgm:cxn modelId="{D1B8DEB2-8494-44CA-8AEA-B4877CCAF535}" type="presParOf" srcId="{3FDF7DB3-B59E-49A2-9278-94708A161015}" destId="{2F9149DE-753B-4869-AC13-1B00764494D4}" srcOrd="1" destOrd="0" presId="urn:microsoft.com/office/officeart/2005/8/layout/list1"/>
    <dgm:cxn modelId="{B2724B30-747E-4A54-8221-6A86CFF8B3B0}" type="presParOf" srcId="{EEEE6530-0A96-4C5D-B0B4-675B42047423}" destId="{0B38B6C0-4288-4D05-88C3-44150801527A}" srcOrd="13" destOrd="0" presId="urn:microsoft.com/office/officeart/2005/8/layout/list1"/>
    <dgm:cxn modelId="{C511921D-51AA-4FF8-8356-F73E72D0DF2D}" type="presParOf" srcId="{EEEE6530-0A96-4C5D-B0B4-675B42047423}" destId="{EFFB6A5F-1533-44B5-B3AF-9AFD84CC33FC}" srcOrd="14" destOrd="0" presId="urn:microsoft.com/office/officeart/2005/8/layout/list1"/>
    <dgm:cxn modelId="{201E18D0-2076-4B0F-AD5C-7DBFF58936F4}" type="presParOf" srcId="{EEEE6530-0A96-4C5D-B0B4-675B42047423}" destId="{3BF6B37E-C22F-4028-A73D-2941D6EF0950}" srcOrd="15" destOrd="0" presId="urn:microsoft.com/office/officeart/2005/8/layout/list1"/>
    <dgm:cxn modelId="{CB949E37-81FA-4D0A-9676-6F8766E1C1B3}" type="presParOf" srcId="{EEEE6530-0A96-4C5D-B0B4-675B42047423}" destId="{631DC1D9-E6DA-4E7B-80D0-BE3C95398743}" srcOrd="16" destOrd="0" presId="urn:microsoft.com/office/officeart/2005/8/layout/list1"/>
    <dgm:cxn modelId="{D68CFD26-D3EA-4892-B47B-2CFD347ABC58}" type="presParOf" srcId="{631DC1D9-E6DA-4E7B-80D0-BE3C95398743}" destId="{14E84F0F-5421-4329-B6AC-57AE028A5849}" srcOrd="0" destOrd="0" presId="urn:microsoft.com/office/officeart/2005/8/layout/list1"/>
    <dgm:cxn modelId="{D86E3B73-85C2-4C8F-9ECB-58F681F98DF4}" type="presParOf" srcId="{631DC1D9-E6DA-4E7B-80D0-BE3C95398743}" destId="{A3E69A78-1A33-44F1-9183-A01D2D87A6D6}" srcOrd="1" destOrd="0" presId="urn:microsoft.com/office/officeart/2005/8/layout/list1"/>
    <dgm:cxn modelId="{A705E11A-2443-442A-BE40-2C54225444BD}" type="presParOf" srcId="{EEEE6530-0A96-4C5D-B0B4-675B42047423}" destId="{6FE75C60-FDD8-4ACC-B998-1B49B646F346}" srcOrd="17" destOrd="0" presId="urn:microsoft.com/office/officeart/2005/8/layout/list1"/>
    <dgm:cxn modelId="{A0A3E538-A538-4B6A-86EC-63CF3F3BFF4B}" type="presParOf" srcId="{EEEE6530-0A96-4C5D-B0B4-675B42047423}" destId="{FB41258D-8552-43FC-82E1-874D850FC6CF}" srcOrd="18" destOrd="0" presId="urn:microsoft.com/office/officeart/2005/8/layout/list1"/>
    <dgm:cxn modelId="{0A4AFAAC-FBBF-459B-A337-B603A9EEC893}" type="presParOf" srcId="{EEEE6530-0A96-4C5D-B0B4-675B42047423}" destId="{34E3B31D-4D01-4321-895B-90404B6B41E8}" srcOrd="19" destOrd="0" presId="urn:microsoft.com/office/officeart/2005/8/layout/list1"/>
    <dgm:cxn modelId="{77B5F503-42AE-4EE7-AB64-1AEDB8D57F4B}" type="presParOf" srcId="{EEEE6530-0A96-4C5D-B0B4-675B42047423}" destId="{D174C624-7373-441C-BBEE-5E772B05235B}" srcOrd="20" destOrd="0" presId="urn:microsoft.com/office/officeart/2005/8/layout/list1"/>
    <dgm:cxn modelId="{43BD1B30-E46A-4429-BE8B-C6923228C752}" type="presParOf" srcId="{D174C624-7373-441C-BBEE-5E772B05235B}" destId="{60DCEB5B-93E3-47A9-B691-4D1EDDBB9574}" srcOrd="0" destOrd="0" presId="urn:microsoft.com/office/officeart/2005/8/layout/list1"/>
    <dgm:cxn modelId="{191EE6E4-F8F3-4168-9C53-84BD708740EA}" type="presParOf" srcId="{D174C624-7373-441C-BBEE-5E772B05235B}" destId="{2391B99E-FC15-4671-9EE2-96F5B7811B0A}" srcOrd="1" destOrd="0" presId="urn:microsoft.com/office/officeart/2005/8/layout/list1"/>
    <dgm:cxn modelId="{BAF495F0-2268-4034-9C29-1F3397FAD337}" type="presParOf" srcId="{EEEE6530-0A96-4C5D-B0B4-675B42047423}" destId="{54D38FBF-D264-4B2A-90DE-2E875EDFFCE0}" srcOrd="21" destOrd="0" presId="urn:microsoft.com/office/officeart/2005/8/layout/list1"/>
    <dgm:cxn modelId="{8DF22E0F-1BDF-4EBE-A30E-37163A3B784D}" type="presParOf" srcId="{EEEE6530-0A96-4C5D-B0B4-675B42047423}" destId="{90332302-BB2A-4211-9B24-810EC3066E33}" srcOrd="22" destOrd="0" presId="urn:microsoft.com/office/officeart/2005/8/layout/list1"/>
    <dgm:cxn modelId="{65A0A588-904D-4F41-B065-5898A5423C95}" type="presParOf" srcId="{EEEE6530-0A96-4C5D-B0B4-675B42047423}" destId="{DE0C3C71-B742-4938-A356-C758C9E0AF64}" srcOrd="23" destOrd="0" presId="urn:microsoft.com/office/officeart/2005/8/layout/list1"/>
    <dgm:cxn modelId="{CC319B27-A78C-4DBB-AB48-6C426CDCDC83}" type="presParOf" srcId="{EEEE6530-0A96-4C5D-B0B4-675B42047423}" destId="{4320DB6F-E8FA-4E5A-B688-94DBD6D759A0}" srcOrd="24" destOrd="0" presId="urn:microsoft.com/office/officeart/2005/8/layout/list1"/>
    <dgm:cxn modelId="{541D5CEB-C2A0-4435-9B87-A2E948D36B55}" type="presParOf" srcId="{4320DB6F-E8FA-4E5A-B688-94DBD6D759A0}" destId="{C35D18FA-7844-492D-BE76-95E773AD82A4}" srcOrd="0" destOrd="0" presId="urn:microsoft.com/office/officeart/2005/8/layout/list1"/>
    <dgm:cxn modelId="{3D5DD37D-B856-4DA2-894C-9985ED4C7F5B}" type="presParOf" srcId="{4320DB6F-E8FA-4E5A-B688-94DBD6D759A0}" destId="{24B652A4-8BE2-45C4-B0D0-3B804F268001}" srcOrd="1" destOrd="0" presId="urn:microsoft.com/office/officeart/2005/8/layout/list1"/>
    <dgm:cxn modelId="{3BEED8E7-7B15-4D79-AC07-E2565BFCDD06}" type="presParOf" srcId="{EEEE6530-0A96-4C5D-B0B4-675B42047423}" destId="{09E11E5C-BB5A-4908-A6AC-1A8AD17470BA}" srcOrd="25" destOrd="0" presId="urn:microsoft.com/office/officeart/2005/8/layout/list1"/>
    <dgm:cxn modelId="{192B5D58-4CEA-452B-809D-8DA440457CA8}" type="presParOf" srcId="{EEEE6530-0A96-4C5D-B0B4-675B42047423}" destId="{31D9AA57-DB16-4D4C-BFCF-6B979FAF134E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C149DF-87D5-4814-89A9-5A104350EF2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4A25EB-7502-4DBC-8F62-340323D495ED}">
      <dgm:prSet custT="1"/>
      <dgm:spPr/>
      <dgm:t>
        <a:bodyPr/>
        <a:lstStyle/>
        <a:p>
          <a:r>
            <a:rPr lang="en-US" sz="2300" b="1" dirty="0" err="1"/>
            <a:t>CocktailCore</a:t>
          </a:r>
          <a:r>
            <a:rPr lang="en-US" sz="2300" b="1" dirty="0"/>
            <a:t> (Swift Package) </a:t>
          </a:r>
        </a:p>
        <a:p>
          <a:r>
            <a:rPr lang="en-US" sz="2900" dirty="0"/>
            <a:t> </a:t>
          </a:r>
          <a:r>
            <a:rPr lang="en-US" sz="2000" dirty="0"/>
            <a:t>logic, model, algorithm, tests</a:t>
          </a:r>
        </a:p>
      </dgm:t>
    </dgm:pt>
    <dgm:pt modelId="{93DD9B75-5FEF-4990-BCC0-2A16F7BA5C92}" type="parTrans" cxnId="{86425456-6070-4D64-B3BE-4863AD88AB19}">
      <dgm:prSet/>
      <dgm:spPr/>
      <dgm:t>
        <a:bodyPr/>
        <a:lstStyle/>
        <a:p>
          <a:endParaRPr lang="en-US"/>
        </a:p>
      </dgm:t>
    </dgm:pt>
    <dgm:pt modelId="{4AAC99CD-9346-4C82-BDF1-F9815A4835E7}" type="sibTrans" cxnId="{86425456-6070-4D64-B3BE-4863AD88AB19}">
      <dgm:prSet/>
      <dgm:spPr/>
      <dgm:t>
        <a:bodyPr/>
        <a:lstStyle/>
        <a:p>
          <a:endParaRPr lang="en-US"/>
        </a:p>
      </dgm:t>
    </dgm:pt>
    <dgm:pt modelId="{47DE8BEE-075B-4031-8D6D-86795C7BD52E}">
      <dgm:prSet custT="1"/>
      <dgm:spPr/>
      <dgm:t>
        <a:bodyPr/>
        <a:lstStyle/>
        <a:p>
          <a:r>
            <a:rPr lang="en-US" sz="2300" b="1" dirty="0" err="1"/>
            <a:t>CocktailLibrary</a:t>
          </a:r>
          <a:r>
            <a:rPr lang="en-US" sz="2300" b="1" dirty="0"/>
            <a:t> (</a:t>
          </a:r>
          <a:r>
            <a:rPr lang="en-US" sz="2300" b="1" dirty="0" err="1"/>
            <a:t>XCode</a:t>
          </a:r>
          <a:r>
            <a:rPr lang="en-US" sz="2300" b="1" dirty="0"/>
            <a:t>) </a:t>
          </a:r>
          <a:r>
            <a:rPr lang="en-US" sz="2300" dirty="0"/>
            <a:t> </a:t>
          </a:r>
        </a:p>
        <a:p>
          <a:r>
            <a:rPr lang="en-US" sz="2000" dirty="0" err="1"/>
            <a:t>SwiftUI</a:t>
          </a:r>
          <a:r>
            <a:rPr lang="en-US" sz="2000" dirty="0"/>
            <a:t> front-end, screen, read JSON file </a:t>
          </a:r>
        </a:p>
      </dgm:t>
    </dgm:pt>
    <dgm:pt modelId="{E3499BA2-1518-439A-B3F5-5FA65B186B52}" type="parTrans" cxnId="{82FF00B3-25C6-4B2D-920F-D89BAABA04F5}">
      <dgm:prSet/>
      <dgm:spPr/>
      <dgm:t>
        <a:bodyPr/>
        <a:lstStyle/>
        <a:p>
          <a:endParaRPr lang="en-US"/>
        </a:p>
      </dgm:t>
    </dgm:pt>
    <dgm:pt modelId="{60D808F4-9D5F-43E5-90CD-2B315DCF1F8C}" type="sibTrans" cxnId="{82FF00B3-25C6-4B2D-920F-D89BAABA04F5}">
      <dgm:prSet/>
      <dgm:spPr/>
      <dgm:t>
        <a:bodyPr/>
        <a:lstStyle/>
        <a:p>
          <a:endParaRPr lang="en-US"/>
        </a:p>
      </dgm:t>
    </dgm:pt>
    <dgm:pt modelId="{522FF3FC-A8B1-40F5-8D41-BAEA06B0AD46}" type="pres">
      <dgm:prSet presAssocID="{15C149DF-87D5-4814-89A9-5A104350EF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392937-C331-40B8-B414-06DBD414DDA2}" type="pres">
      <dgm:prSet presAssocID="{824A25EB-7502-4DBC-8F62-340323D495ED}" presName="hierRoot1" presStyleCnt="0"/>
      <dgm:spPr/>
    </dgm:pt>
    <dgm:pt modelId="{3EA3140E-1912-4B96-8BD6-354BA512BE0B}" type="pres">
      <dgm:prSet presAssocID="{824A25EB-7502-4DBC-8F62-340323D495ED}" presName="composite" presStyleCnt="0"/>
      <dgm:spPr/>
    </dgm:pt>
    <dgm:pt modelId="{BAC27FB5-105B-42FB-9510-2E9BBFD06B0D}" type="pres">
      <dgm:prSet presAssocID="{824A25EB-7502-4DBC-8F62-340323D495ED}" presName="background" presStyleLbl="node0" presStyleIdx="0" presStyleCnt="2"/>
      <dgm:spPr/>
    </dgm:pt>
    <dgm:pt modelId="{08AD4AF4-089F-4633-A692-1714D6041C0A}" type="pres">
      <dgm:prSet presAssocID="{824A25EB-7502-4DBC-8F62-340323D495ED}" presName="text" presStyleLbl="fgAcc0" presStyleIdx="0" presStyleCnt="2">
        <dgm:presLayoutVars>
          <dgm:chPref val="3"/>
        </dgm:presLayoutVars>
      </dgm:prSet>
      <dgm:spPr/>
    </dgm:pt>
    <dgm:pt modelId="{078BB7A3-96AA-4DA4-8A7C-CDD96F196726}" type="pres">
      <dgm:prSet presAssocID="{824A25EB-7502-4DBC-8F62-340323D495ED}" presName="hierChild2" presStyleCnt="0"/>
      <dgm:spPr/>
    </dgm:pt>
    <dgm:pt modelId="{2539ECDB-3B1D-4953-A4A8-D7B6E3630757}" type="pres">
      <dgm:prSet presAssocID="{47DE8BEE-075B-4031-8D6D-86795C7BD52E}" presName="hierRoot1" presStyleCnt="0"/>
      <dgm:spPr/>
    </dgm:pt>
    <dgm:pt modelId="{B86A360D-B687-4A2A-8D2B-E2346EFC8E50}" type="pres">
      <dgm:prSet presAssocID="{47DE8BEE-075B-4031-8D6D-86795C7BD52E}" presName="composite" presStyleCnt="0"/>
      <dgm:spPr/>
    </dgm:pt>
    <dgm:pt modelId="{FD55E0B2-6B02-4526-BCF3-DD26D100CA5C}" type="pres">
      <dgm:prSet presAssocID="{47DE8BEE-075B-4031-8D6D-86795C7BD52E}" presName="background" presStyleLbl="node0" presStyleIdx="1" presStyleCnt="2"/>
      <dgm:spPr/>
    </dgm:pt>
    <dgm:pt modelId="{014667EE-0292-4D8C-875D-1F3A21FE9493}" type="pres">
      <dgm:prSet presAssocID="{47DE8BEE-075B-4031-8D6D-86795C7BD52E}" presName="text" presStyleLbl="fgAcc0" presStyleIdx="1" presStyleCnt="2">
        <dgm:presLayoutVars>
          <dgm:chPref val="3"/>
        </dgm:presLayoutVars>
      </dgm:prSet>
      <dgm:spPr/>
    </dgm:pt>
    <dgm:pt modelId="{057497A7-15EC-4477-AFB7-82170645C795}" type="pres">
      <dgm:prSet presAssocID="{47DE8BEE-075B-4031-8D6D-86795C7BD52E}" presName="hierChild2" presStyleCnt="0"/>
      <dgm:spPr/>
    </dgm:pt>
  </dgm:ptLst>
  <dgm:cxnLst>
    <dgm:cxn modelId="{F87E6A21-E2B9-4411-B1A2-0903FD5EDD12}" type="presOf" srcId="{15C149DF-87D5-4814-89A9-5A104350EF22}" destId="{522FF3FC-A8B1-40F5-8D41-BAEA06B0AD46}" srcOrd="0" destOrd="0" presId="urn:microsoft.com/office/officeart/2005/8/layout/hierarchy1"/>
    <dgm:cxn modelId="{86425456-6070-4D64-B3BE-4863AD88AB19}" srcId="{15C149DF-87D5-4814-89A9-5A104350EF22}" destId="{824A25EB-7502-4DBC-8F62-340323D495ED}" srcOrd="0" destOrd="0" parTransId="{93DD9B75-5FEF-4990-BCC0-2A16F7BA5C92}" sibTransId="{4AAC99CD-9346-4C82-BDF1-F9815A4835E7}"/>
    <dgm:cxn modelId="{64FD827E-A2A0-4722-8825-08D6F5B1E4F9}" type="presOf" srcId="{824A25EB-7502-4DBC-8F62-340323D495ED}" destId="{08AD4AF4-089F-4633-A692-1714D6041C0A}" srcOrd="0" destOrd="0" presId="urn:microsoft.com/office/officeart/2005/8/layout/hierarchy1"/>
    <dgm:cxn modelId="{82FF00B3-25C6-4B2D-920F-D89BAABA04F5}" srcId="{15C149DF-87D5-4814-89A9-5A104350EF22}" destId="{47DE8BEE-075B-4031-8D6D-86795C7BD52E}" srcOrd="1" destOrd="0" parTransId="{E3499BA2-1518-439A-B3F5-5FA65B186B52}" sibTransId="{60D808F4-9D5F-43E5-90CD-2B315DCF1F8C}"/>
    <dgm:cxn modelId="{C70718D8-5B49-46A5-8E72-522E35D7A14F}" type="presOf" srcId="{47DE8BEE-075B-4031-8D6D-86795C7BD52E}" destId="{014667EE-0292-4D8C-875D-1F3A21FE9493}" srcOrd="0" destOrd="0" presId="urn:microsoft.com/office/officeart/2005/8/layout/hierarchy1"/>
    <dgm:cxn modelId="{427D0F80-5D05-46D8-9F55-1B25AC8A533A}" type="presParOf" srcId="{522FF3FC-A8B1-40F5-8D41-BAEA06B0AD46}" destId="{60392937-C331-40B8-B414-06DBD414DDA2}" srcOrd="0" destOrd="0" presId="urn:microsoft.com/office/officeart/2005/8/layout/hierarchy1"/>
    <dgm:cxn modelId="{F4856D38-C6D8-4755-8334-298B5E3121A1}" type="presParOf" srcId="{60392937-C331-40B8-B414-06DBD414DDA2}" destId="{3EA3140E-1912-4B96-8BD6-354BA512BE0B}" srcOrd="0" destOrd="0" presId="urn:microsoft.com/office/officeart/2005/8/layout/hierarchy1"/>
    <dgm:cxn modelId="{9CD0CC6F-2A47-40BD-BE9F-99152E6BC6B1}" type="presParOf" srcId="{3EA3140E-1912-4B96-8BD6-354BA512BE0B}" destId="{BAC27FB5-105B-42FB-9510-2E9BBFD06B0D}" srcOrd="0" destOrd="0" presId="urn:microsoft.com/office/officeart/2005/8/layout/hierarchy1"/>
    <dgm:cxn modelId="{82E4FDAB-E05B-4B39-8D6B-245653C0C4F6}" type="presParOf" srcId="{3EA3140E-1912-4B96-8BD6-354BA512BE0B}" destId="{08AD4AF4-089F-4633-A692-1714D6041C0A}" srcOrd="1" destOrd="0" presId="urn:microsoft.com/office/officeart/2005/8/layout/hierarchy1"/>
    <dgm:cxn modelId="{BF265FAE-E7B0-4DD1-BE52-5D8C755D9281}" type="presParOf" srcId="{60392937-C331-40B8-B414-06DBD414DDA2}" destId="{078BB7A3-96AA-4DA4-8A7C-CDD96F196726}" srcOrd="1" destOrd="0" presId="urn:microsoft.com/office/officeart/2005/8/layout/hierarchy1"/>
    <dgm:cxn modelId="{F9AC3D6C-FAE2-4AE6-81EC-AFE1E2A0BAE3}" type="presParOf" srcId="{522FF3FC-A8B1-40F5-8D41-BAEA06B0AD46}" destId="{2539ECDB-3B1D-4953-A4A8-D7B6E3630757}" srcOrd="1" destOrd="0" presId="urn:microsoft.com/office/officeart/2005/8/layout/hierarchy1"/>
    <dgm:cxn modelId="{C7AA11EC-5867-400D-BD32-794D3404AD79}" type="presParOf" srcId="{2539ECDB-3B1D-4953-A4A8-D7B6E3630757}" destId="{B86A360D-B687-4A2A-8D2B-E2346EFC8E50}" srcOrd="0" destOrd="0" presId="urn:microsoft.com/office/officeart/2005/8/layout/hierarchy1"/>
    <dgm:cxn modelId="{902251E4-09EB-4047-8499-6578A392B957}" type="presParOf" srcId="{B86A360D-B687-4A2A-8D2B-E2346EFC8E50}" destId="{FD55E0B2-6B02-4526-BCF3-DD26D100CA5C}" srcOrd="0" destOrd="0" presId="urn:microsoft.com/office/officeart/2005/8/layout/hierarchy1"/>
    <dgm:cxn modelId="{B1488CF6-85F6-4812-BC4F-891B6F2CF79B}" type="presParOf" srcId="{B86A360D-B687-4A2A-8D2B-E2346EFC8E50}" destId="{014667EE-0292-4D8C-875D-1F3A21FE9493}" srcOrd="1" destOrd="0" presId="urn:microsoft.com/office/officeart/2005/8/layout/hierarchy1"/>
    <dgm:cxn modelId="{7A6B6BF1-AE71-412C-8EF5-1820C75DFE2D}" type="presParOf" srcId="{2539ECDB-3B1D-4953-A4A8-D7B6E3630757}" destId="{057497A7-15EC-4477-AFB7-82170645C7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82F0F8-6654-4EB3-98DC-CD53CFEEC2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FABD8B-63F7-4FCB-993E-BBAC879B3C3F}">
      <dgm:prSet/>
      <dgm:spPr/>
      <dgm:t>
        <a:bodyPr/>
        <a:lstStyle/>
        <a:p>
          <a:r>
            <a:rPr lang="en-US"/>
            <a:t>Sola Lhim – IOS swift app, UI/UX </a:t>
          </a:r>
        </a:p>
      </dgm:t>
    </dgm:pt>
    <dgm:pt modelId="{D61BA99E-7A98-4EBD-B7FE-DFCCDF75C083}" type="parTrans" cxnId="{BCBE571D-53FC-4836-899C-7191525F6A1F}">
      <dgm:prSet/>
      <dgm:spPr/>
      <dgm:t>
        <a:bodyPr/>
        <a:lstStyle/>
        <a:p>
          <a:endParaRPr lang="en-US"/>
        </a:p>
      </dgm:t>
    </dgm:pt>
    <dgm:pt modelId="{DAFF369C-C341-4AF0-BCF9-D1171D458F6E}" type="sibTrans" cxnId="{BCBE571D-53FC-4836-899C-7191525F6A1F}">
      <dgm:prSet/>
      <dgm:spPr/>
      <dgm:t>
        <a:bodyPr/>
        <a:lstStyle/>
        <a:p>
          <a:endParaRPr lang="en-US"/>
        </a:p>
      </dgm:t>
    </dgm:pt>
    <dgm:pt modelId="{E71B95D1-E43F-4364-86C7-F7334EC85A27}">
      <dgm:prSet/>
      <dgm:spPr/>
      <dgm:t>
        <a:bodyPr/>
        <a:lstStyle/>
        <a:p>
          <a:r>
            <a:rPr lang="en-US"/>
            <a:t>Allyson McGuire – Seed data schema, algorithm design</a:t>
          </a:r>
        </a:p>
      </dgm:t>
    </dgm:pt>
    <dgm:pt modelId="{F3B8211F-10D1-4115-B142-19D487EF47B2}" type="parTrans" cxnId="{D67954C6-5831-492A-B5A4-031393EF76FD}">
      <dgm:prSet/>
      <dgm:spPr/>
      <dgm:t>
        <a:bodyPr/>
        <a:lstStyle/>
        <a:p>
          <a:endParaRPr lang="en-US"/>
        </a:p>
      </dgm:t>
    </dgm:pt>
    <dgm:pt modelId="{C18DDC9F-93C5-4E9B-8EC9-1D1809BC6DBD}" type="sibTrans" cxnId="{D67954C6-5831-492A-B5A4-031393EF76FD}">
      <dgm:prSet/>
      <dgm:spPr/>
      <dgm:t>
        <a:bodyPr/>
        <a:lstStyle/>
        <a:p>
          <a:endParaRPr lang="en-US"/>
        </a:p>
      </dgm:t>
    </dgm:pt>
    <dgm:pt modelId="{4ABC5812-DB61-404D-867F-30EA187AD6A6}">
      <dgm:prSet/>
      <dgm:spPr/>
      <dgm:t>
        <a:bodyPr/>
        <a:lstStyle/>
        <a:p>
          <a:r>
            <a:rPr lang="en-US"/>
            <a:t>Shared via GitHUb: https://github.com/pooloom69/Cocktail-Library</a:t>
          </a:r>
        </a:p>
      </dgm:t>
    </dgm:pt>
    <dgm:pt modelId="{EC353F34-DF7F-48E0-A5D6-4BBB445BBFAE}" type="parTrans" cxnId="{71DA5C22-63B4-48E8-BD36-329681D94E87}">
      <dgm:prSet/>
      <dgm:spPr/>
      <dgm:t>
        <a:bodyPr/>
        <a:lstStyle/>
        <a:p>
          <a:endParaRPr lang="en-US"/>
        </a:p>
      </dgm:t>
    </dgm:pt>
    <dgm:pt modelId="{424961CA-7513-4B06-90FD-DEEBA9F68570}" type="sibTrans" cxnId="{71DA5C22-63B4-48E8-BD36-329681D94E87}">
      <dgm:prSet/>
      <dgm:spPr/>
      <dgm:t>
        <a:bodyPr/>
        <a:lstStyle/>
        <a:p>
          <a:endParaRPr lang="en-US"/>
        </a:p>
      </dgm:t>
    </dgm:pt>
    <dgm:pt modelId="{D07299C0-E0AF-4887-9E8B-8513282CB40F}" type="pres">
      <dgm:prSet presAssocID="{7F82F0F8-6654-4EB3-98DC-CD53CFEEC229}" presName="root" presStyleCnt="0">
        <dgm:presLayoutVars>
          <dgm:dir/>
          <dgm:resizeHandles val="exact"/>
        </dgm:presLayoutVars>
      </dgm:prSet>
      <dgm:spPr/>
    </dgm:pt>
    <dgm:pt modelId="{59059B37-96FD-49E9-BC14-71BB414B422C}" type="pres">
      <dgm:prSet presAssocID="{B1FABD8B-63F7-4FCB-993E-BBAC879B3C3F}" presName="compNode" presStyleCnt="0"/>
      <dgm:spPr/>
    </dgm:pt>
    <dgm:pt modelId="{DA4DCD8D-6BA5-46B6-B9CD-2110A2B2ED5B}" type="pres">
      <dgm:prSet presAssocID="{B1FABD8B-63F7-4FCB-993E-BBAC879B3C3F}" presName="bgRect" presStyleLbl="bgShp" presStyleIdx="0" presStyleCnt="3"/>
      <dgm:spPr/>
    </dgm:pt>
    <dgm:pt modelId="{208D75F1-655D-4AAC-A822-C219FE332FFE}" type="pres">
      <dgm:prSet presAssocID="{B1FABD8B-63F7-4FCB-993E-BBAC879B3C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CF9779D-7322-40E3-91DE-8C1BB0BE54DA}" type="pres">
      <dgm:prSet presAssocID="{B1FABD8B-63F7-4FCB-993E-BBAC879B3C3F}" presName="spaceRect" presStyleCnt="0"/>
      <dgm:spPr/>
    </dgm:pt>
    <dgm:pt modelId="{FBB1F89E-B9FF-48AA-AA27-B18230948987}" type="pres">
      <dgm:prSet presAssocID="{B1FABD8B-63F7-4FCB-993E-BBAC879B3C3F}" presName="parTx" presStyleLbl="revTx" presStyleIdx="0" presStyleCnt="3">
        <dgm:presLayoutVars>
          <dgm:chMax val="0"/>
          <dgm:chPref val="0"/>
        </dgm:presLayoutVars>
      </dgm:prSet>
      <dgm:spPr/>
    </dgm:pt>
    <dgm:pt modelId="{CE4635AF-123A-4FF0-BB9E-E4321A5FF6B2}" type="pres">
      <dgm:prSet presAssocID="{DAFF369C-C341-4AF0-BCF9-D1171D458F6E}" presName="sibTrans" presStyleCnt="0"/>
      <dgm:spPr/>
    </dgm:pt>
    <dgm:pt modelId="{2DB892E6-AC6D-4D2B-A07B-4B5151BBE9B8}" type="pres">
      <dgm:prSet presAssocID="{E71B95D1-E43F-4364-86C7-F7334EC85A27}" presName="compNode" presStyleCnt="0"/>
      <dgm:spPr/>
    </dgm:pt>
    <dgm:pt modelId="{3D0A6C47-1256-456D-9920-0C88AB285FB6}" type="pres">
      <dgm:prSet presAssocID="{E71B95D1-E43F-4364-86C7-F7334EC85A27}" presName="bgRect" presStyleLbl="bgShp" presStyleIdx="1" presStyleCnt="3"/>
      <dgm:spPr/>
    </dgm:pt>
    <dgm:pt modelId="{3EDE418F-36CA-441E-9016-D6019ED666A0}" type="pres">
      <dgm:prSet presAssocID="{E71B95D1-E43F-4364-86C7-F7334EC85A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A0F1F34-F455-4C13-AB22-5F67C2725F0F}" type="pres">
      <dgm:prSet presAssocID="{E71B95D1-E43F-4364-86C7-F7334EC85A27}" presName="spaceRect" presStyleCnt="0"/>
      <dgm:spPr/>
    </dgm:pt>
    <dgm:pt modelId="{BECB62FB-2CAC-49F5-A017-C26D3DCBDD45}" type="pres">
      <dgm:prSet presAssocID="{E71B95D1-E43F-4364-86C7-F7334EC85A27}" presName="parTx" presStyleLbl="revTx" presStyleIdx="1" presStyleCnt="3">
        <dgm:presLayoutVars>
          <dgm:chMax val="0"/>
          <dgm:chPref val="0"/>
        </dgm:presLayoutVars>
      </dgm:prSet>
      <dgm:spPr/>
    </dgm:pt>
    <dgm:pt modelId="{7C86E68E-8FCD-49AC-966F-13BAFD703286}" type="pres">
      <dgm:prSet presAssocID="{C18DDC9F-93C5-4E9B-8EC9-1D1809BC6DBD}" presName="sibTrans" presStyleCnt="0"/>
      <dgm:spPr/>
    </dgm:pt>
    <dgm:pt modelId="{432D1C84-68CA-463C-8D4B-633EEDAF23E1}" type="pres">
      <dgm:prSet presAssocID="{4ABC5812-DB61-404D-867F-30EA187AD6A6}" presName="compNode" presStyleCnt="0"/>
      <dgm:spPr/>
    </dgm:pt>
    <dgm:pt modelId="{2CEDC172-D7F0-43A9-9EC3-48109CBA7384}" type="pres">
      <dgm:prSet presAssocID="{4ABC5812-DB61-404D-867F-30EA187AD6A6}" presName="bgRect" presStyleLbl="bgShp" presStyleIdx="2" presStyleCnt="3"/>
      <dgm:spPr/>
    </dgm:pt>
    <dgm:pt modelId="{D1C1892C-EE85-4C72-AE87-419B3CC5F9E3}" type="pres">
      <dgm:prSet presAssocID="{4ABC5812-DB61-404D-867F-30EA187AD6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EC1A880-7B5C-493C-9F7F-2C377F066B29}" type="pres">
      <dgm:prSet presAssocID="{4ABC5812-DB61-404D-867F-30EA187AD6A6}" presName="spaceRect" presStyleCnt="0"/>
      <dgm:spPr/>
    </dgm:pt>
    <dgm:pt modelId="{E6A017B4-5300-4357-B04D-14E71409A3AC}" type="pres">
      <dgm:prSet presAssocID="{4ABC5812-DB61-404D-867F-30EA187AD6A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CBE571D-53FC-4836-899C-7191525F6A1F}" srcId="{7F82F0F8-6654-4EB3-98DC-CD53CFEEC229}" destId="{B1FABD8B-63F7-4FCB-993E-BBAC879B3C3F}" srcOrd="0" destOrd="0" parTransId="{D61BA99E-7A98-4EBD-B7FE-DFCCDF75C083}" sibTransId="{DAFF369C-C341-4AF0-BCF9-D1171D458F6E}"/>
    <dgm:cxn modelId="{71DA5C22-63B4-48E8-BD36-329681D94E87}" srcId="{7F82F0F8-6654-4EB3-98DC-CD53CFEEC229}" destId="{4ABC5812-DB61-404D-867F-30EA187AD6A6}" srcOrd="2" destOrd="0" parTransId="{EC353F34-DF7F-48E0-A5D6-4BBB445BBFAE}" sibTransId="{424961CA-7513-4B06-90FD-DEEBA9F68570}"/>
    <dgm:cxn modelId="{026F345A-068C-4E1E-91CC-5F277825403D}" type="presOf" srcId="{E71B95D1-E43F-4364-86C7-F7334EC85A27}" destId="{BECB62FB-2CAC-49F5-A017-C26D3DCBDD45}" srcOrd="0" destOrd="0" presId="urn:microsoft.com/office/officeart/2018/2/layout/IconVerticalSolidList"/>
    <dgm:cxn modelId="{2ABF3661-E787-4F5E-BB25-BF26F1AC00F5}" type="presOf" srcId="{B1FABD8B-63F7-4FCB-993E-BBAC879B3C3F}" destId="{FBB1F89E-B9FF-48AA-AA27-B18230948987}" srcOrd="0" destOrd="0" presId="urn:microsoft.com/office/officeart/2018/2/layout/IconVerticalSolidList"/>
    <dgm:cxn modelId="{02701562-32D8-4057-A982-9BF91D2D30D8}" type="presOf" srcId="{4ABC5812-DB61-404D-867F-30EA187AD6A6}" destId="{E6A017B4-5300-4357-B04D-14E71409A3AC}" srcOrd="0" destOrd="0" presId="urn:microsoft.com/office/officeart/2018/2/layout/IconVerticalSolidList"/>
    <dgm:cxn modelId="{BEEE5CB2-C2AC-4F5B-9F47-2A9626C0CE09}" type="presOf" srcId="{7F82F0F8-6654-4EB3-98DC-CD53CFEEC229}" destId="{D07299C0-E0AF-4887-9E8B-8513282CB40F}" srcOrd="0" destOrd="0" presId="urn:microsoft.com/office/officeart/2018/2/layout/IconVerticalSolidList"/>
    <dgm:cxn modelId="{D67954C6-5831-492A-B5A4-031393EF76FD}" srcId="{7F82F0F8-6654-4EB3-98DC-CD53CFEEC229}" destId="{E71B95D1-E43F-4364-86C7-F7334EC85A27}" srcOrd="1" destOrd="0" parTransId="{F3B8211F-10D1-4115-B142-19D487EF47B2}" sibTransId="{C18DDC9F-93C5-4E9B-8EC9-1D1809BC6DBD}"/>
    <dgm:cxn modelId="{E19E1CAA-4B57-411C-8F73-438A0ACEC1B7}" type="presParOf" srcId="{D07299C0-E0AF-4887-9E8B-8513282CB40F}" destId="{59059B37-96FD-49E9-BC14-71BB414B422C}" srcOrd="0" destOrd="0" presId="urn:microsoft.com/office/officeart/2018/2/layout/IconVerticalSolidList"/>
    <dgm:cxn modelId="{CCF6D98E-EAD0-49D7-876C-F10F1EB4EBDD}" type="presParOf" srcId="{59059B37-96FD-49E9-BC14-71BB414B422C}" destId="{DA4DCD8D-6BA5-46B6-B9CD-2110A2B2ED5B}" srcOrd="0" destOrd="0" presId="urn:microsoft.com/office/officeart/2018/2/layout/IconVerticalSolidList"/>
    <dgm:cxn modelId="{0A2135EA-804E-4246-A5E2-EB86E5DE2FFA}" type="presParOf" srcId="{59059B37-96FD-49E9-BC14-71BB414B422C}" destId="{208D75F1-655D-4AAC-A822-C219FE332FFE}" srcOrd="1" destOrd="0" presId="urn:microsoft.com/office/officeart/2018/2/layout/IconVerticalSolidList"/>
    <dgm:cxn modelId="{FED0A965-AB88-45A0-921B-BC12CAF59B61}" type="presParOf" srcId="{59059B37-96FD-49E9-BC14-71BB414B422C}" destId="{5CF9779D-7322-40E3-91DE-8C1BB0BE54DA}" srcOrd="2" destOrd="0" presId="urn:microsoft.com/office/officeart/2018/2/layout/IconVerticalSolidList"/>
    <dgm:cxn modelId="{9BA6DEC1-63F4-45C4-A187-9D262DD10EDE}" type="presParOf" srcId="{59059B37-96FD-49E9-BC14-71BB414B422C}" destId="{FBB1F89E-B9FF-48AA-AA27-B18230948987}" srcOrd="3" destOrd="0" presId="urn:microsoft.com/office/officeart/2018/2/layout/IconVerticalSolidList"/>
    <dgm:cxn modelId="{8B582D95-1A22-43A0-B702-F45E74495AA9}" type="presParOf" srcId="{D07299C0-E0AF-4887-9E8B-8513282CB40F}" destId="{CE4635AF-123A-4FF0-BB9E-E4321A5FF6B2}" srcOrd="1" destOrd="0" presId="urn:microsoft.com/office/officeart/2018/2/layout/IconVerticalSolidList"/>
    <dgm:cxn modelId="{61EA6A95-756C-458F-AA7B-0216849C7E47}" type="presParOf" srcId="{D07299C0-E0AF-4887-9E8B-8513282CB40F}" destId="{2DB892E6-AC6D-4D2B-A07B-4B5151BBE9B8}" srcOrd="2" destOrd="0" presId="urn:microsoft.com/office/officeart/2018/2/layout/IconVerticalSolidList"/>
    <dgm:cxn modelId="{340BC116-203F-4148-B553-850A13967C58}" type="presParOf" srcId="{2DB892E6-AC6D-4D2B-A07B-4B5151BBE9B8}" destId="{3D0A6C47-1256-456D-9920-0C88AB285FB6}" srcOrd="0" destOrd="0" presId="urn:microsoft.com/office/officeart/2018/2/layout/IconVerticalSolidList"/>
    <dgm:cxn modelId="{D2008977-DAE5-49C1-8D6C-4761BE241C30}" type="presParOf" srcId="{2DB892E6-AC6D-4D2B-A07B-4B5151BBE9B8}" destId="{3EDE418F-36CA-441E-9016-D6019ED666A0}" srcOrd="1" destOrd="0" presId="urn:microsoft.com/office/officeart/2018/2/layout/IconVerticalSolidList"/>
    <dgm:cxn modelId="{9AD07D6D-542F-4D58-A7F4-17C389641187}" type="presParOf" srcId="{2DB892E6-AC6D-4D2B-A07B-4B5151BBE9B8}" destId="{7A0F1F34-F455-4C13-AB22-5F67C2725F0F}" srcOrd="2" destOrd="0" presId="urn:microsoft.com/office/officeart/2018/2/layout/IconVerticalSolidList"/>
    <dgm:cxn modelId="{24BA8E76-9DD3-414D-A54E-80FC663634CD}" type="presParOf" srcId="{2DB892E6-AC6D-4D2B-A07B-4B5151BBE9B8}" destId="{BECB62FB-2CAC-49F5-A017-C26D3DCBDD45}" srcOrd="3" destOrd="0" presId="urn:microsoft.com/office/officeart/2018/2/layout/IconVerticalSolidList"/>
    <dgm:cxn modelId="{4644B989-936B-4AA8-9055-691B3388670E}" type="presParOf" srcId="{D07299C0-E0AF-4887-9E8B-8513282CB40F}" destId="{7C86E68E-8FCD-49AC-966F-13BAFD703286}" srcOrd="3" destOrd="0" presId="urn:microsoft.com/office/officeart/2018/2/layout/IconVerticalSolidList"/>
    <dgm:cxn modelId="{DEF75FD9-2593-4E1E-9F42-38626C6230E1}" type="presParOf" srcId="{D07299C0-E0AF-4887-9E8B-8513282CB40F}" destId="{432D1C84-68CA-463C-8D4B-633EEDAF23E1}" srcOrd="4" destOrd="0" presId="urn:microsoft.com/office/officeart/2018/2/layout/IconVerticalSolidList"/>
    <dgm:cxn modelId="{6ABFB323-40B8-45BA-B224-8F27B609EBB3}" type="presParOf" srcId="{432D1C84-68CA-463C-8D4B-633EEDAF23E1}" destId="{2CEDC172-D7F0-43A9-9EC3-48109CBA7384}" srcOrd="0" destOrd="0" presId="urn:microsoft.com/office/officeart/2018/2/layout/IconVerticalSolidList"/>
    <dgm:cxn modelId="{7DD6A322-9876-4CAD-BE36-5D0C70D8BEB9}" type="presParOf" srcId="{432D1C84-68CA-463C-8D4B-633EEDAF23E1}" destId="{D1C1892C-EE85-4C72-AE87-419B3CC5F9E3}" srcOrd="1" destOrd="0" presId="urn:microsoft.com/office/officeart/2018/2/layout/IconVerticalSolidList"/>
    <dgm:cxn modelId="{DCB4BE70-9C30-48B3-9AAD-64745644EA2F}" type="presParOf" srcId="{432D1C84-68CA-463C-8D4B-633EEDAF23E1}" destId="{6EC1A880-7B5C-493C-9F7F-2C377F066B29}" srcOrd="2" destOrd="0" presId="urn:microsoft.com/office/officeart/2018/2/layout/IconVerticalSolidList"/>
    <dgm:cxn modelId="{9F5CCE68-738D-4FC9-A05D-C10F4A3B49A3}" type="presParOf" srcId="{432D1C84-68CA-463C-8D4B-633EEDAF23E1}" destId="{E6A017B4-5300-4357-B04D-14E71409A3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67D5F-4C8F-4B45-9563-4526D8BECC4C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44C0B-E105-4BF2-B3D3-AA8436360367}">
      <dsp:nvSpPr>
        <dsp:cNvPr id="0" name=""/>
        <dsp:cNvSpPr/>
      </dsp:nvSpPr>
      <dsp:spPr>
        <a:xfrm>
          <a:off x="291287" y="221180"/>
          <a:ext cx="529612" cy="5296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39071-57C7-4B54-A7E8-1967D649A28A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a mobile IOS app where the user chooses preferences (Base spirit, Style, Flavors, etc...)</a:t>
          </a:r>
        </a:p>
      </dsp:txBody>
      <dsp:txXfrm>
        <a:off x="1112187" y="4520"/>
        <a:ext cx="5837252" cy="962932"/>
      </dsp:txXfrm>
    </dsp:sp>
    <dsp:sp modelId="{7B2B8756-C857-416F-9871-3CE6060409D9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48707-CCAA-470B-91D5-C242DFCC4D01}">
      <dsp:nvSpPr>
        <dsp:cNvPr id="0" name=""/>
        <dsp:cNvSpPr/>
      </dsp:nvSpPr>
      <dsp:spPr>
        <a:xfrm>
          <a:off x="291287" y="1424846"/>
          <a:ext cx="529612" cy="5296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EAE29-DB2D-4560-BF59-EE82BB4F85EF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Suggest 3 – 5 recommended cocktails </a:t>
          </a:r>
        </a:p>
      </dsp:txBody>
      <dsp:txXfrm>
        <a:off x="1112187" y="1208186"/>
        <a:ext cx="5837252" cy="962932"/>
      </dsp:txXfrm>
    </dsp:sp>
    <dsp:sp modelId="{8624F704-64A9-4A14-8AB0-20766A690F41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0D9FC-73A5-4C11-9731-E42D18529B49}">
      <dsp:nvSpPr>
        <dsp:cNvPr id="0" name=""/>
        <dsp:cNvSpPr/>
      </dsp:nvSpPr>
      <dsp:spPr>
        <a:xfrm>
          <a:off x="291287" y="2628512"/>
          <a:ext cx="529612" cy="5296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B0C1A-8902-4906-B418-42BB706844C0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full recipe details( abv level, carbonation, temperature, ingredients, instructions...)</a:t>
          </a:r>
        </a:p>
      </dsp:txBody>
      <dsp:txXfrm>
        <a:off x="1112187" y="2411852"/>
        <a:ext cx="5837252" cy="962932"/>
      </dsp:txXfrm>
    </dsp:sp>
    <dsp:sp modelId="{1721457A-66AA-44D4-B935-DB993F15F99F}">
      <dsp:nvSpPr>
        <dsp:cNvPr id="0" name=""/>
        <dsp:cNvSpPr/>
      </dsp:nvSpPr>
      <dsp:spPr>
        <a:xfrm>
          <a:off x="0" y="3615517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5AFE9-CA62-44A2-8DCC-DF4F0502BB3E}">
      <dsp:nvSpPr>
        <dsp:cNvPr id="0" name=""/>
        <dsp:cNvSpPr/>
      </dsp:nvSpPr>
      <dsp:spPr>
        <a:xfrm>
          <a:off x="291287" y="3832177"/>
          <a:ext cx="529612" cy="5296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D7455-0D7D-46D8-A46F-1507145C9CD3}">
      <dsp:nvSpPr>
        <dsp:cNvPr id="0" name=""/>
        <dsp:cNvSpPr/>
      </dsp:nvSpPr>
      <dsp:spPr>
        <a:xfrm>
          <a:off x="1112187" y="3615517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data-driven recommendation with recommender algorithm</a:t>
          </a:r>
        </a:p>
      </dsp:txBody>
      <dsp:txXfrm>
        <a:off x="1112187" y="3615517"/>
        <a:ext cx="5837252" cy="962932"/>
      </dsp:txXfrm>
    </dsp:sp>
    <dsp:sp modelId="{2FA10579-9B8B-4E6F-B90F-9F313CF8B4F3}">
      <dsp:nvSpPr>
        <dsp:cNvPr id="0" name=""/>
        <dsp:cNvSpPr/>
      </dsp:nvSpPr>
      <dsp:spPr>
        <a:xfrm>
          <a:off x="0" y="4819183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DFF40-044D-401B-BD05-DDC0ECD31D8A}">
      <dsp:nvSpPr>
        <dsp:cNvPr id="0" name=""/>
        <dsp:cNvSpPr/>
      </dsp:nvSpPr>
      <dsp:spPr>
        <a:xfrm>
          <a:off x="291287" y="5035843"/>
          <a:ext cx="529612" cy="5296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0304B-3F9E-45EF-851A-B3A6969CDF61}">
      <dsp:nvSpPr>
        <dsp:cNvPr id="0" name=""/>
        <dsp:cNvSpPr/>
      </dsp:nvSpPr>
      <dsp:spPr>
        <a:xfrm>
          <a:off x="1112187" y="4819183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Swift UI</a:t>
          </a:r>
        </a:p>
      </dsp:txBody>
      <dsp:txXfrm>
        <a:off x="1112187" y="4819183"/>
        <a:ext cx="5837252" cy="962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6E0B6-1473-44EC-A573-1AC81D97F43F}">
      <dsp:nvSpPr>
        <dsp:cNvPr id="0" name=""/>
        <dsp:cNvSpPr/>
      </dsp:nvSpPr>
      <dsp:spPr>
        <a:xfrm>
          <a:off x="0" y="85166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C7BDE-5BF6-4A4D-89AA-2CBCAE78D14D}">
      <dsp:nvSpPr>
        <dsp:cNvPr id="0" name=""/>
        <dsp:cNvSpPr/>
      </dsp:nvSpPr>
      <dsp:spPr>
        <a:xfrm>
          <a:off x="347472" y="659788"/>
          <a:ext cx="4864607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Step1 : Setup the environment(Swift package, XCode) </a:t>
          </a:r>
        </a:p>
      </dsp:txBody>
      <dsp:txXfrm>
        <a:off x="366206" y="678522"/>
        <a:ext cx="4827139" cy="346292"/>
      </dsp:txXfrm>
    </dsp:sp>
    <dsp:sp modelId="{49E62CC3-BFA8-49CA-8669-C8B78927F06A}">
      <dsp:nvSpPr>
        <dsp:cNvPr id="0" name=""/>
        <dsp:cNvSpPr/>
      </dsp:nvSpPr>
      <dsp:spPr>
        <a:xfrm>
          <a:off x="0" y="1441348"/>
          <a:ext cx="6949440" cy="737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73555"/>
              <a:satOff val="-3605"/>
              <a:lumOff val="-9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270764" rIns="539354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Fields: id, name, </a:t>
          </a:r>
          <a:r>
            <a:rPr lang="en-US" sz="1300" kern="1200">
              <a:latin typeface="Neue Haas Grotesk Text Pro"/>
            </a:rPr>
            <a:t>spirit base</a:t>
          </a:r>
          <a:r>
            <a:rPr lang="en-US" sz="1300" kern="1200"/>
            <a:t>, style, flavors, </a:t>
          </a:r>
          <a:r>
            <a:rPr lang="en-US" sz="1300" kern="1200">
              <a:latin typeface="Neue Haas Grotesk Text Pro"/>
            </a:rPr>
            <a:t>ABV</a:t>
          </a:r>
          <a:r>
            <a:rPr lang="en-US" sz="1300" kern="1200"/>
            <a:t> </a:t>
          </a:r>
          <a:r>
            <a:rPr lang="en-US" sz="1300" kern="1200">
              <a:latin typeface="Neue Haas Grotesk Text Pro"/>
            </a:rPr>
            <a:t>level</a:t>
          </a:r>
          <a:r>
            <a:rPr lang="en-US" sz="1300" kern="1200"/>
            <a:t>, carbonation, temperature, ingredients, garnish</a:t>
          </a:r>
        </a:p>
      </dsp:txBody>
      <dsp:txXfrm>
        <a:off x="0" y="1441348"/>
        <a:ext cx="6949440" cy="737099"/>
      </dsp:txXfrm>
    </dsp:sp>
    <dsp:sp modelId="{76BC5132-CFCA-4D92-A721-A3B4F51FCD24}">
      <dsp:nvSpPr>
        <dsp:cNvPr id="0" name=""/>
        <dsp:cNvSpPr/>
      </dsp:nvSpPr>
      <dsp:spPr>
        <a:xfrm>
          <a:off x="347472" y="1249468"/>
          <a:ext cx="4864607" cy="383760"/>
        </a:xfrm>
        <a:prstGeom prst="roundRect">
          <a:avLst/>
        </a:prstGeom>
        <a:solidFill>
          <a:schemeClr val="accent2">
            <a:hueOff val="-173555"/>
            <a:satOff val="-3605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 2: Store 20-30 recipes as our seed data in JSON file</a:t>
          </a:r>
        </a:p>
      </dsp:txBody>
      <dsp:txXfrm>
        <a:off x="366206" y="1268202"/>
        <a:ext cx="4827139" cy="346292"/>
      </dsp:txXfrm>
    </dsp:sp>
    <dsp:sp modelId="{7392EE8C-ECFE-4DD3-9443-F1ACE41072F1}">
      <dsp:nvSpPr>
        <dsp:cNvPr id="0" name=""/>
        <dsp:cNvSpPr/>
      </dsp:nvSpPr>
      <dsp:spPr>
        <a:xfrm>
          <a:off x="0" y="244052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6894B-0234-4D5E-B510-FCBAFE91486D}">
      <dsp:nvSpPr>
        <dsp:cNvPr id="0" name=""/>
        <dsp:cNvSpPr/>
      </dsp:nvSpPr>
      <dsp:spPr>
        <a:xfrm>
          <a:off x="347472" y="2248648"/>
          <a:ext cx="4864607" cy="383760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Step3: </a:t>
          </a:r>
          <a:r>
            <a:rPr lang="en-US" sz="1300" kern="1200">
              <a:latin typeface="Neue Haas Grotesk Text Pro"/>
            </a:rPr>
            <a:t>Recommendation</a:t>
          </a:r>
          <a:r>
            <a:rPr lang="en-US" sz="1300" kern="1200"/>
            <a:t> algorithm</a:t>
          </a:r>
        </a:p>
      </dsp:txBody>
      <dsp:txXfrm>
        <a:off x="366206" y="2267382"/>
        <a:ext cx="4827139" cy="346292"/>
      </dsp:txXfrm>
    </dsp:sp>
    <dsp:sp modelId="{EFFB6A5F-1533-44B5-B3AF-9AFD84CC33FC}">
      <dsp:nvSpPr>
        <dsp:cNvPr id="0" name=""/>
        <dsp:cNvSpPr/>
      </dsp:nvSpPr>
      <dsp:spPr>
        <a:xfrm>
          <a:off x="0" y="303020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149DE-753B-4869-AC13-1B00764494D4}">
      <dsp:nvSpPr>
        <dsp:cNvPr id="0" name=""/>
        <dsp:cNvSpPr/>
      </dsp:nvSpPr>
      <dsp:spPr>
        <a:xfrm>
          <a:off x="347472" y="2838328"/>
          <a:ext cx="4864607" cy="38376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 4: Create your own recipe feature</a:t>
          </a:r>
        </a:p>
      </dsp:txBody>
      <dsp:txXfrm>
        <a:off x="366206" y="2857062"/>
        <a:ext cx="4827139" cy="346292"/>
      </dsp:txXfrm>
    </dsp:sp>
    <dsp:sp modelId="{FB41258D-8552-43FC-82E1-874D850FC6CF}">
      <dsp:nvSpPr>
        <dsp:cNvPr id="0" name=""/>
        <dsp:cNvSpPr/>
      </dsp:nvSpPr>
      <dsp:spPr>
        <a:xfrm>
          <a:off x="0" y="361988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69A78-1A33-44F1-9183-A01D2D87A6D6}">
      <dsp:nvSpPr>
        <dsp:cNvPr id="0" name=""/>
        <dsp:cNvSpPr/>
      </dsp:nvSpPr>
      <dsp:spPr>
        <a:xfrm>
          <a:off x="347472" y="3428008"/>
          <a:ext cx="4864607" cy="383760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 5: Swift UI screen </a:t>
          </a:r>
        </a:p>
      </dsp:txBody>
      <dsp:txXfrm>
        <a:off x="366206" y="3446742"/>
        <a:ext cx="4827139" cy="346292"/>
      </dsp:txXfrm>
    </dsp:sp>
    <dsp:sp modelId="{90332302-BB2A-4211-9B24-810EC3066E33}">
      <dsp:nvSpPr>
        <dsp:cNvPr id="0" name=""/>
        <dsp:cNvSpPr/>
      </dsp:nvSpPr>
      <dsp:spPr>
        <a:xfrm>
          <a:off x="0" y="420956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67774"/>
              <a:satOff val="-18026"/>
              <a:lumOff val="-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1B99E-FC15-4671-9EE2-96F5B7811B0A}">
      <dsp:nvSpPr>
        <dsp:cNvPr id="0" name=""/>
        <dsp:cNvSpPr/>
      </dsp:nvSpPr>
      <dsp:spPr>
        <a:xfrm>
          <a:off x="347472" y="4017688"/>
          <a:ext cx="4864607" cy="383760"/>
        </a:xfrm>
        <a:prstGeom prst="roundRect">
          <a:avLst/>
        </a:prstGeom>
        <a:solidFill>
          <a:schemeClr val="accent2">
            <a:hueOff val="-867774"/>
            <a:satOff val="-18026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 6: Expand recipe +100 </a:t>
          </a:r>
        </a:p>
      </dsp:txBody>
      <dsp:txXfrm>
        <a:off x="366206" y="4036422"/>
        <a:ext cx="4827139" cy="346292"/>
      </dsp:txXfrm>
    </dsp:sp>
    <dsp:sp modelId="{31D9AA57-DB16-4D4C-BFCF-6B979FAF134E}">
      <dsp:nvSpPr>
        <dsp:cNvPr id="0" name=""/>
        <dsp:cNvSpPr/>
      </dsp:nvSpPr>
      <dsp:spPr>
        <a:xfrm>
          <a:off x="0" y="4799248"/>
          <a:ext cx="69494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652A4-8BE2-45C4-B0D0-3B804F268001}">
      <dsp:nvSpPr>
        <dsp:cNvPr id="0" name=""/>
        <dsp:cNvSpPr/>
      </dsp:nvSpPr>
      <dsp:spPr>
        <a:xfrm>
          <a:off x="347472" y="4607368"/>
          <a:ext cx="4864607" cy="38376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 7 : Deploy </a:t>
          </a:r>
        </a:p>
      </dsp:txBody>
      <dsp:txXfrm>
        <a:off x="366206" y="4626102"/>
        <a:ext cx="4827139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27FB5-105B-42FB-9510-2E9BBFD06B0D}">
      <dsp:nvSpPr>
        <dsp:cNvPr id="0" name=""/>
        <dsp:cNvSpPr/>
      </dsp:nvSpPr>
      <dsp:spPr>
        <a:xfrm>
          <a:off x="1118" y="580927"/>
          <a:ext cx="3925736" cy="24928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D4AF4-089F-4633-A692-1714D6041C0A}">
      <dsp:nvSpPr>
        <dsp:cNvPr id="0" name=""/>
        <dsp:cNvSpPr/>
      </dsp:nvSpPr>
      <dsp:spPr>
        <a:xfrm>
          <a:off x="437311" y="995310"/>
          <a:ext cx="3925736" cy="2492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CocktailCore</a:t>
          </a:r>
          <a:r>
            <a:rPr lang="en-US" sz="2300" b="1" kern="1200" dirty="0"/>
            <a:t> (Swift Package)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 </a:t>
          </a:r>
          <a:r>
            <a:rPr lang="en-US" sz="2000" kern="1200" dirty="0"/>
            <a:t>logic, model, algorithm, tests</a:t>
          </a:r>
        </a:p>
      </dsp:txBody>
      <dsp:txXfrm>
        <a:off x="510324" y="1068323"/>
        <a:ext cx="3779710" cy="2346816"/>
      </dsp:txXfrm>
    </dsp:sp>
    <dsp:sp modelId="{FD55E0B2-6B02-4526-BCF3-DD26D100CA5C}">
      <dsp:nvSpPr>
        <dsp:cNvPr id="0" name=""/>
        <dsp:cNvSpPr/>
      </dsp:nvSpPr>
      <dsp:spPr>
        <a:xfrm>
          <a:off x="4799240" y="580927"/>
          <a:ext cx="3925736" cy="24928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667EE-0292-4D8C-875D-1F3A21FE9493}">
      <dsp:nvSpPr>
        <dsp:cNvPr id="0" name=""/>
        <dsp:cNvSpPr/>
      </dsp:nvSpPr>
      <dsp:spPr>
        <a:xfrm>
          <a:off x="5235433" y="995310"/>
          <a:ext cx="3925736" cy="24928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CocktailLibrary</a:t>
          </a:r>
          <a:r>
            <a:rPr lang="en-US" sz="2300" b="1" kern="1200" dirty="0"/>
            <a:t> (</a:t>
          </a:r>
          <a:r>
            <a:rPr lang="en-US" sz="2300" b="1" kern="1200" dirty="0" err="1"/>
            <a:t>XCode</a:t>
          </a:r>
          <a:r>
            <a:rPr lang="en-US" sz="2300" b="1" kern="1200" dirty="0"/>
            <a:t>) </a:t>
          </a:r>
          <a:r>
            <a:rPr lang="en-US" sz="2300" kern="1200" dirty="0"/>
            <a:t>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SwiftUI</a:t>
          </a:r>
          <a:r>
            <a:rPr lang="en-US" sz="2000" kern="1200" dirty="0"/>
            <a:t> front-end, screen, read JSON file </a:t>
          </a:r>
        </a:p>
      </dsp:txBody>
      <dsp:txXfrm>
        <a:off x="5308446" y="1068323"/>
        <a:ext cx="3779710" cy="2346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DCD8D-6BA5-46B6-B9CD-2110A2B2ED5B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D75F1-655D-4AAC-A822-C219FE332FFE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1F89E-B9FF-48AA-AA27-B18230948987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Sola Lhim – IOS swift app, UI/UX </a:t>
          </a:r>
        </a:p>
      </dsp:txBody>
      <dsp:txXfrm>
        <a:off x="1909124" y="706"/>
        <a:ext cx="5040315" cy="1652921"/>
      </dsp:txXfrm>
    </dsp:sp>
    <dsp:sp modelId="{3D0A6C47-1256-456D-9920-0C88AB285FB6}">
      <dsp:nvSpPr>
        <dsp:cNvPr id="0" name=""/>
        <dsp:cNvSpPr/>
      </dsp:nvSpPr>
      <dsp:spPr>
        <a:xfrm>
          <a:off x="0" y="2066857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E418F-36CA-441E-9016-D6019ED666A0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62FB-2CAC-49F5-A017-C26D3DCBDD45}">
      <dsp:nvSpPr>
        <dsp:cNvPr id="0" name=""/>
        <dsp:cNvSpPr/>
      </dsp:nvSpPr>
      <dsp:spPr>
        <a:xfrm>
          <a:off x="1909124" y="2066857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Allyson McGuire – Seed data schema, algorithm design</a:t>
          </a:r>
        </a:p>
      </dsp:txBody>
      <dsp:txXfrm>
        <a:off x="1909124" y="2066857"/>
        <a:ext cx="5040315" cy="1652921"/>
      </dsp:txXfrm>
    </dsp:sp>
    <dsp:sp modelId="{2CEDC172-D7F0-43A9-9EC3-48109CBA7384}">
      <dsp:nvSpPr>
        <dsp:cNvPr id="0" name=""/>
        <dsp:cNvSpPr/>
      </dsp:nvSpPr>
      <dsp:spPr>
        <a:xfrm>
          <a:off x="0" y="4133009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1892C-EE85-4C72-AE87-419B3CC5F9E3}">
      <dsp:nvSpPr>
        <dsp:cNvPr id="0" name=""/>
        <dsp:cNvSpPr/>
      </dsp:nvSpPr>
      <dsp:spPr>
        <a:xfrm>
          <a:off x="500008" y="4504916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017B4-5300-4357-B04D-14E71409A3AC}">
      <dsp:nvSpPr>
        <dsp:cNvPr id="0" name=""/>
        <dsp:cNvSpPr/>
      </dsp:nvSpPr>
      <dsp:spPr>
        <a:xfrm>
          <a:off x="1909124" y="4133009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Shared via GitHUb: https://github.com/pooloom69/Cocktail-Library</a:t>
          </a:r>
        </a:p>
      </dsp:txBody>
      <dsp:txXfrm>
        <a:off x="1909124" y="4133009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0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3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1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2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3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42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9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7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lass of lemonade">
            <a:extLst>
              <a:ext uri="{FF2B5EF4-FFF2-40B4-BE49-F238E27FC236}">
                <a16:creationId xmlns:a16="http://schemas.microsoft.com/office/drawing/2014/main" id="{B25B7EEE-B5C4-6249-8019-E3F70B71E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78" r="9085" b="-7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 fontScale="90000"/>
          </a:bodyPr>
          <a:lstStyle/>
          <a:p>
            <a:pPr algn="l"/>
            <a:r>
              <a:rPr lang="en-US" sz="5300">
                <a:solidFill>
                  <a:srgbClr val="FFFFFF"/>
                </a:solidFill>
              </a:rPr>
              <a:t>Cocktail Library </a:t>
            </a:r>
            <a:br>
              <a:rPr lang="en-US" sz="4200"/>
            </a:br>
            <a:r>
              <a:rPr lang="en-US" sz="4200" b="0">
                <a:solidFill>
                  <a:srgbClr val="FFFFFF"/>
                </a:solidFill>
              </a:rPr>
              <a:t>Personalized Cocktail Recommendation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Team :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Allyson McGuire, Sola Lhim </a:t>
            </a:r>
            <a:endParaRPr lang="en-US" sz="2400">
              <a:solidFill>
                <a:srgbClr val="FFFFFF"/>
              </a:solidFill>
              <a:ea typeface="+mn-lt"/>
              <a:cs typeface="+mn-lt"/>
            </a:endParaRPr>
          </a:p>
          <a:p>
            <a:pPr algn="l"/>
            <a:endParaRPr lang="en-US" sz="2400" b="1">
              <a:solidFill>
                <a:srgbClr val="FFFF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EF5D2-C047-FC8C-A87D-0CB81610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/>
              <a:t>About Cocktail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0DB6-3B8D-CDF4-09B0-86D592DE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People enjoy cocktails but often don't know recipes or what to choose</a:t>
            </a:r>
          </a:p>
          <a:p>
            <a:r>
              <a:rPr lang="en-US" sz="1800"/>
              <a:t>Recipe apps exist, but they rarely let user search by taste preference</a:t>
            </a:r>
          </a:p>
          <a:p>
            <a:r>
              <a:rPr lang="en-US" sz="1800"/>
              <a:t>Our app bridges this gap by combining structured recipe data with the recommendation algorithm.</a:t>
            </a:r>
          </a:p>
          <a:p>
            <a:endParaRPr lang="en-US" sz="1800"/>
          </a:p>
        </p:txBody>
      </p:sp>
      <p:pic>
        <p:nvPicPr>
          <p:cNvPr id="14" name="Graphic 13" descr="Martini">
            <a:extLst>
              <a:ext uri="{FF2B5EF4-FFF2-40B4-BE49-F238E27FC236}">
                <a16:creationId xmlns:a16="http://schemas.microsoft.com/office/drawing/2014/main" id="{CB97D1BD-303E-3286-6F6D-30F0C0FCF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7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EBD5A-6224-1411-90DD-2D5FB80D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/>
              <a:t>Our goal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099F23A3-72C4-3A62-E936-4EF37F7ED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934292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04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A5495-5361-C8CA-2C2E-C2B65FBC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/>
              <a:t>Work Flow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333F4BEE-3B88-3084-24CE-22E3ABEA5D0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52326085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327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1B5EB-D098-0E20-7EE9-44C84F6F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/>
              <a:t>System Architecture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7A12F48-028B-9446-02C5-8E91EE418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199766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381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29A3F-A194-B3A5-0599-AC4EE003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Role &amp; Collaboration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27A4C8-3ECF-6721-0928-F1636C9F1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935283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65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71603-21A8-05A3-4CAC-B6C665BF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392" y="1791147"/>
            <a:ext cx="7202862" cy="19523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61625355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251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Cocktail Library  Personalized Cocktail Recommendation App</vt:lpstr>
      <vt:lpstr>About Cocktail Library</vt:lpstr>
      <vt:lpstr>Our goal</vt:lpstr>
      <vt:lpstr>Work Flow</vt:lpstr>
      <vt:lpstr>System Architecture</vt:lpstr>
      <vt:lpstr>Role &amp; Collaboration 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01958619</cp:lastModifiedBy>
  <cp:revision>91</cp:revision>
  <dcterms:created xsi:type="dcterms:W3CDTF">2025-09-08T16:48:11Z</dcterms:created>
  <dcterms:modified xsi:type="dcterms:W3CDTF">2025-09-10T15:32:53Z</dcterms:modified>
</cp:coreProperties>
</file>